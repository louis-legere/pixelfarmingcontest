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4"/>
  </p:sldMasterIdLst>
  <p:notesMasterIdLst>
    <p:notesMasterId r:id="rId13"/>
  </p:notesMasterIdLst>
  <p:handoutMasterIdLst>
    <p:handoutMasterId r:id="rId14"/>
  </p:handoutMasterIdLst>
  <p:sldIdLst>
    <p:sldId id="279" r:id="rId5"/>
    <p:sldId id="302" r:id="rId6"/>
    <p:sldId id="300" r:id="rId7"/>
    <p:sldId id="301" r:id="rId8"/>
    <p:sldId id="260" r:id="rId9"/>
    <p:sldId id="261" r:id="rId10"/>
    <p:sldId id="303" r:id="rId11"/>
    <p:sldId id="298" r:id="rId12"/>
  </p:sldIdLst>
  <p:sldSz cx="9144000" cy="5143500" type="screen16x9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797DA8E-F123-6145-A9C5-0C3B2A2EB7B7}">
          <p14:sldIdLst>
            <p14:sldId id="279"/>
          </p14:sldIdLst>
        </p14:section>
        <p14:section name="Titelblad" id="{80BFA01C-CD74-7845-B021-672224978863}">
          <p14:sldIdLst>
            <p14:sldId id="302"/>
          </p14:sldIdLst>
        </p14:section>
        <p14:section name="Voorblad" id="{0402DA0D-61F0-0A42-BD6A-73583D5CC0C5}">
          <p14:sldIdLst>
            <p14:sldId id="300"/>
            <p14:sldId id="301"/>
          </p14:sldIdLst>
        </p14:section>
        <p14:section name="vervolgpagina" id="{20B40713-0BAE-5740-B1E5-295BF483A69B}">
          <p14:sldIdLst>
            <p14:sldId id="260"/>
            <p14:sldId id="261"/>
            <p14:sldId id="303"/>
          </p14:sldIdLst>
        </p14:section>
        <p14:section name="Slotpagina" id="{7BC41721-3841-5444-93FF-1406B89D277B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595A59"/>
    <a:srgbClr val="05599F"/>
    <a:srgbClr val="0076E0"/>
    <a:srgbClr val="015997"/>
    <a:srgbClr val="809DCA"/>
    <a:srgbClr val="30A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6190" autoAdjust="0"/>
  </p:normalViewPr>
  <p:slideViewPr>
    <p:cSldViewPr snapToGrid="0" snapToObjects="1">
      <p:cViewPr varScale="1">
        <p:scale>
          <a:sx n="164" d="100"/>
          <a:sy n="164" d="100"/>
        </p:scale>
        <p:origin x="48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s-Beckers,Bianca B.L.L." userId="767acb9b-f668-429f-b52e-bf151984a7b0" providerId="ADAL" clId="{6FBB37B1-6DB5-9247-8D21-1519C89DECAC}"/>
    <pc:docChg chg="undo custSel addSld delSld modSld modMainMaster modSection">
      <pc:chgData name="Vos-Beckers,Bianca B.L.L." userId="767acb9b-f668-429f-b52e-bf151984a7b0" providerId="ADAL" clId="{6FBB37B1-6DB5-9247-8D21-1519C89DECAC}" dt="2023-03-15T13:00:51.921" v="17" actId="931"/>
      <pc:docMkLst>
        <pc:docMk/>
      </pc:docMkLst>
      <pc:sldChg chg="modSp">
        <pc:chgData name="Vos-Beckers,Bianca B.L.L." userId="767acb9b-f668-429f-b52e-bf151984a7b0" providerId="ADAL" clId="{6FBB37B1-6DB5-9247-8D21-1519C89DECAC}" dt="2023-03-15T08:33:55.334" v="1"/>
        <pc:sldMkLst>
          <pc:docMk/>
          <pc:sldMk cId="2312536659" sldId="260"/>
        </pc:sldMkLst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312536659" sldId="260"/>
            <ac:spMk id="2" creationId="{A9104AD2-CC4D-824F-9897-5F30034BF6A3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312536659" sldId="260"/>
            <ac:spMk id="3" creationId="{CDF01E09-6E5C-F14A-8B7D-0C28B4C6EC25}"/>
          </ac:spMkLst>
        </pc:spChg>
      </pc:sldChg>
      <pc:sldChg chg="modSp">
        <pc:chgData name="Vos-Beckers,Bianca B.L.L." userId="767acb9b-f668-429f-b52e-bf151984a7b0" providerId="ADAL" clId="{6FBB37B1-6DB5-9247-8D21-1519C89DECAC}" dt="2023-03-15T08:33:55.334" v="1"/>
        <pc:sldMkLst>
          <pc:docMk/>
          <pc:sldMk cId="2370485826" sldId="261"/>
        </pc:sldMkLst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370485826" sldId="261"/>
            <ac:spMk id="2" creationId="{6A39E2C8-6DCC-FD47-BAFF-8D18A7DE72FA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370485826" sldId="261"/>
            <ac:spMk id="3" creationId="{83E9CD2A-92F1-BE4B-AD4A-37C564ECFBB1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370485826" sldId="261"/>
            <ac:spMk id="4" creationId="{3ECF8540-ACA4-3C4B-803E-38614DDEC3E0}"/>
          </ac:spMkLst>
        </pc:spChg>
      </pc:sldChg>
      <pc:sldChg chg="del">
        <pc:chgData name="Vos-Beckers,Bianca B.L.L." userId="767acb9b-f668-429f-b52e-bf151984a7b0" providerId="ADAL" clId="{6FBB37B1-6DB5-9247-8D21-1519C89DECAC}" dt="2023-03-15T13:00:41.460" v="15" actId="2696"/>
        <pc:sldMkLst>
          <pc:docMk/>
          <pc:sldMk cId="321710076" sldId="263"/>
        </pc:sldMkLst>
      </pc:sldChg>
      <pc:sldChg chg="modSp">
        <pc:chgData name="Vos-Beckers,Bianca B.L.L." userId="767acb9b-f668-429f-b52e-bf151984a7b0" providerId="ADAL" clId="{6FBB37B1-6DB5-9247-8D21-1519C89DECAC}" dt="2023-03-15T08:33:55.334" v="1"/>
        <pc:sldMkLst>
          <pc:docMk/>
          <pc:sldMk cId="2589780131" sldId="279"/>
        </pc:sldMkLst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589780131" sldId="279"/>
            <ac:spMk id="2" creationId="{BBEBE431-49CA-DE4A-8121-19EDE8133C8B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2589780131" sldId="279"/>
            <ac:spMk id="3" creationId="{6A83B989-1B17-AA47-8527-58FCBF6BC082}"/>
          </ac:spMkLst>
        </pc:spChg>
      </pc:sldChg>
      <pc:sldChg chg="modSp mod">
        <pc:chgData name="Vos-Beckers,Bianca B.L.L." userId="767acb9b-f668-429f-b52e-bf151984a7b0" providerId="ADAL" clId="{6FBB37B1-6DB5-9247-8D21-1519C89DECAC}" dt="2023-03-15T08:41:47.793" v="11" actId="2711"/>
        <pc:sldMkLst>
          <pc:docMk/>
          <pc:sldMk cId="1238774689" sldId="300"/>
        </pc:sldMkLst>
        <pc:spChg chg="mod">
          <ac:chgData name="Vos-Beckers,Bianca B.L.L." userId="767acb9b-f668-429f-b52e-bf151984a7b0" providerId="ADAL" clId="{6FBB37B1-6DB5-9247-8D21-1519C89DECAC}" dt="2023-03-15T08:41:47.793" v="11" actId="2711"/>
          <ac:spMkLst>
            <pc:docMk/>
            <pc:sldMk cId="1238774689" sldId="300"/>
            <ac:spMk id="4" creationId="{5849B9DC-EC1F-093D-6E54-4CA158AD4AB9}"/>
          </ac:spMkLst>
        </pc:spChg>
        <pc:spChg chg="mod">
          <ac:chgData name="Vos-Beckers,Bianca B.L.L." userId="767acb9b-f668-429f-b52e-bf151984a7b0" providerId="ADAL" clId="{6FBB37B1-6DB5-9247-8D21-1519C89DECAC}" dt="2023-03-15T08:40:32.619" v="8" actId="2711"/>
          <ac:spMkLst>
            <pc:docMk/>
            <pc:sldMk cId="1238774689" sldId="300"/>
            <ac:spMk id="5" creationId="{F3974D41-ACA2-9CB3-BCF3-351F1B83BC03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1238774689" sldId="300"/>
            <ac:spMk id="6" creationId="{02BCCA74-7DE7-9C1D-4E1E-F064702C76C7}"/>
          </ac:spMkLst>
        </pc:spChg>
      </pc:sldChg>
      <pc:sldChg chg="modSp mod">
        <pc:chgData name="Vos-Beckers,Bianca B.L.L." userId="767acb9b-f668-429f-b52e-bf151984a7b0" providerId="ADAL" clId="{6FBB37B1-6DB5-9247-8D21-1519C89DECAC}" dt="2023-03-15T08:41:02.621" v="10" actId="2711"/>
        <pc:sldMkLst>
          <pc:docMk/>
          <pc:sldMk cId="3638517759" sldId="301"/>
        </pc:sldMkLst>
        <pc:spChg chg="mod">
          <ac:chgData name="Vos-Beckers,Bianca B.L.L." userId="767acb9b-f668-429f-b52e-bf151984a7b0" providerId="ADAL" clId="{6FBB37B1-6DB5-9247-8D21-1519C89DECAC}" dt="2023-03-15T08:41:02.621" v="10" actId="2711"/>
          <ac:spMkLst>
            <pc:docMk/>
            <pc:sldMk cId="3638517759" sldId="301"/>
            <ac:spMk id="4" creationId="{1AAF14E1-2EC9-762C-451A-786F0934689F}"/>
          </ac:spMkLst>
        </pc:spChg>
        <pc:spChg chg="mod">
          <ac:chgData name="Vos-Beckers,Bianca B.L.L." userId="767acb9b-f668-429f-b52e-bf151984a7b0" providerId="ADAL" clId="{6FBB37B1-6DB5-9247-8D21-1519C89DECAC}" dt="2023-03-15T08:40:55.005" v="9" actId="2711"/>
          <ac:spMkLst>
            <pc:docMk/>
            <pc:sldMk cId="3638517759" sldId="301"/>
            <ac:spMk id="5" creationId="{DFD54060-39CD-A2CC-D361-A7B486F5C4BE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3638517759" sldId="301"/>
            <ac:spMk id="8" creationId="{9BF18A93-FCEA-41AF-DEE2-A90BC83E345C}"/>
          </ac:spMkLst>
        </pc:spChg>
      </pc:sldChg>
      <pc:sldChg chg="modSp">
        <pc:chgData name="Vos-Beckers,Bianca B.L.L." userId="767acb9b-f668-429f-b52e-bf151984a7b0" providerId="ADAL" clId="{6FBB37B1-6DB5-9247-8D21-1519C89DECAC}" dt="2023-03-15T08:33:55.334" v="1"/>
        <pc:sldMkLst>
          <pc:docMk/>
          <pc:sldMk cId="3355979576" sldId="302"/>
        </pc:sldMkLst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3355979576" sldId="302"/>
            <ac:spMk id="2" creationId="{011BD947-3A49-4684-5C51-20B99C51DF43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k cId="3355979576" sldId="302"/>
            <ac:spMk id="5" creationId="{16337C93-BAC2-2F65-515C-29BC77270151}"/>
          </ac:spMkLst>
        </pc:spChg>
      </pc:sldChg>
      <pc:sldChg chg="addSp delSp modSp new mod">
        <pc:chgData name="Vos-Beckers,Bianca B.L.L." userId="767acb9b-f668-429f-b52e-bf151984a7b0" providerId="ADAL" clId="{6FBB37B1-6DB5-9247-8D21-1519C89DECAC}" dt="2023-03-15T13:00:51.921" v="17" actId="931"/>
        <pc:sldMkLst>
          <pc:docMk/>
          <pc:sldMk cId="720932801" sldId="303"/>
        </pc:sldMkLst>
        <pc:spChg chg="add del mod">
          <ac:chgData name="Vos-Beckers,Bianca B.L.L." userId="767acb9b-f668-429f-b52e-bf151984a7b0" providerId="ADAL" clId="{6FBB37B1-6DB5-9247-8D21-1519C89DECAC}" dt="2023-03-15T13:00:51.921" v="17" actId="931"/>
          <ac:spMkLst>
            <pc:docMk/>
            <pc:sldMk cId="720932801" sldId="303"/>
            <ac:spMk id="3" creationId="{B79C9537-D7C9-7838-D0C5-EFC85E1EF922}"/>
          </ac:spMkLst>
        </pc:spChg>
        <pc:picChg chg="add del mod">
          <ac:chgData name="Vos-Beckers,Bianca B.L.L." userId="767acb9b-f668-429f-b52e-bf151984a7b0" providerId="ADAL" clId="{6FBB37B1-6DB5-9247-8D21-1519C89DECAC}" dt="2023-03-15T13:00:51.921" v="17" actId="931"/>
          <ac:picMkLst>
            <pc:docMk/>
            <pc:sldMk cId="720932801" sldId="303"/>
            <ac:picMk id="6" creationId="{6285A2C3-DCF2-44FF-7AAB-B4B8F1041247}"/>
          </ac:picMkLst>
        </pc:picChg>
      </pc:sldChg>
      <pc:sldMasterChg chg="modSp modSldLayout">
        <pc:chgData name="Vos-Beckers,Bianca B.L.L." userId="767acb9b-f668-429f-b52e-bf151984a7b0" providerId="ADAL" clId="{6FBB37B1-6DB5-9247-8D21-1519C89DECAC}" dt="2023-03-15T08:37:54.110" v="7" actId="207"/>
        <pc:sldMasterMkLst>
          <pc:docMk/>
          <pc:sldMasterMk cId="3299562382" sldId="2147483821"/>
        </pc:sldMasterMkLst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asterMk cId="3299562382" sldId="2147483821"/>
            <ac:spMk id="2" creationId="{00000000-0000-0000-0000-000000000000}"/>
          </ac:spMkLst>
        </pc:spChg>
        <pc:spChg chg="mod">
          <ac:chgData name="Vos-Beckers,Bianca B.L.L." userId="767acb9b-f668-429f-b52e-bf151984a7b0" providerId="ADAL" clId="{6FBB37B1-6DB5-9247-8D21-1519C89DECAC}" dt="2023-03-15T08:37:01.389" v="2" actId="207"/>
          <ac:spMkLst>
            <pc:docMk/>
            <pc:sldMasterMk cId="3299562382" sldId="2147483821"/>
            <ac:spMk id="3" creationId="{00000000-0000-0000-0000-000000000000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asterMk cId="3299562382" sldId="2147483821"/>
            <ac:spMk id="10" creationId="{00000000-0000-0000-0000-000000000000}"/>
          </ac:spMkLst>
        </pc:spChg>
        <pc:spChg chg="mod">
          <ac:chgData name="Vos-Beckers,Bianca B.L.L." userId="767acb9b-f668-429f-b52e-bf151984a7b0" providerId="ADAL" clId="{6FBB37B1-6DB5-9247-8D21-1519C89DECAC}" dt="2023-03-15T08:33:55.334" v="1"/>
          <ac:spMkLst>
            <pc:docMk/>
            <pc:sldMasterMk cId="3299562382" sldId="2147483821"/>
            <ac:spMk id="11" creationId="{00000000-0000-0000-0000-000000000000}"/>
          </ac:spMkLst>
        </pc:spChg>
        <pc:sldLayoutChg chg="modSp">
          <pc:chgData name="Vos-Beckers,Bianca B.L.L." userId="767acb9b-f668-429f-b52e-bf151984a7b0" providerId="ADAL" clId="{6FBB37B1-6DB5-9247-8D21-1519C89DECAC}" dt="2023-03-15T08:37:18.150" v="3" actId="207"/>
          <pc:sldLayoutMkLst>
            <pc:docMk/>
            <pc:sldMasterMk cId="3299562382" sldId="2147483821"/>
            <pc:sldLayoutMk cId="4130621892" sldId="2147483823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4130621892" sldId="2147483823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7:18.150" v="3" actId="207"/>
            <ac:spMkLst>
              <pc:docMk/>
              <pc:sldMasterMk cId="3299562382" sldId="2147483821"/>
              <pc:sldLayoutMk cId="4130621892" sldId="2147483823"/>
              <ac:spMk id="3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4130621892" sldId="2147483823"/>
              <ac:spMk id="6" creationId="{1009C97A-0677-DD42-A489-F1039FAB59F1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4130621892" sldId="2147483823"/>
              <ac:spMk id="9" creationId="{0BEBA378-1FC0-1E48-932B-BEB54863FB91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7:33.181" v="6" actId="207"/>
          <pc:sldLayoutMkLst>
            <pc:docMk/>
            <pc:sldMasterMk cId="3299562382" sldId="2147483821"/>
            <pc:sldLayoutMk cId="2980278027" sldId="2147483825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2980278027" sldId="2147483825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7:28.022" v="4" actId="207"/>
            <ac:spMkLst>
              <pc:docMk/>
              <pc:sldMasterMk cId="3299562382" sldId="2147483821"/>
              <pc:sldLayoutMk cId="2980278027" sldId="2147483825"/>
              <ac:spMk id="3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7:33.181" v="6" actId="207"/>
            <ac:spMkLst>
              <pc:docMk/>
              <pc:sldMasterMk cId="3299562382" sldId="2147483821"/>
              <pc:sldLayoutMk cId="2980278027" sldId="2147483825"/>
              <ac:spMk id="4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2980278027" sldId="2147483825"/>
              <ac:spMk id="7" creationId="{69C277A8-ADA1-E44D-A02F-2FC0CF6BE2DB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2980278027" sldId="2147483825"/>
              <ac:spMk id="10" creationId="{B717C99D-6188-0D4C-B810-61576C150E63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3:55.334" v="1"/>
          <pc:sldLayoutMkLst>
            <pc:docMk/>
            <pc:sldMasterMk cId="3299562382" sldId="2147483821"/>
            <pc:sldLayoutMk cId="3220939319" sldId="2147483830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220939319" sldId="2147483830"/>
              <ac:spMk id="2" creationId="{EC5F311D-10D4-6041-93C5-6CEDE63D67C7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220939319" sldId="2147483830"/>
              <ac:spMk id="3" creationId="{D785F248-B007-0D44-802E-2202D59A8B6F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220939319" sldId="2147483830"/>
              <ac:spMk id="4" creationId="{98CDA164-7D24-894C-BC0B-FAEDB9356416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3:55.334" v="1"/>
          <pc:sldLayoutMkLst>
            <pc:docMk/>
            <pc:sldMasterMk cId="3299562382" sldId="2147483821"/>
            <pc:sldLayoutMk cId="0" sldId="2147483838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0" sldId="2147483838"/>
              <ac:spMk id="20" creationId="{FAF01E6A-5069-834C-9FCA-B910C1089C63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3:55.334" v="1"/>
          <pc:sldLayoutMkLst>
            <pc:docMk/>
            <pc:sldMasterMk cId="3299562382" sldId="2147483821"/>
            <pc:sldLayoutMk cId="3780517165" sldId="2147483847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780517165" sldId="2147483847"/>
              <ac:spMk id="20" creationId="{EC9DB589-8E52-6940-9426-081B5EAFE958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3:55.334" v="1"/>
          <pc:sldLayoutMkLst>
            <pc:docMk/>
            <pc:sldMasterMk cId="3299562382" sldId="2147483821"/>
            <pc:sldLayoutMk cId="3778290461" sldId="2147483849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778290461" sldId="2147483849"/>
              <ac:spMk id="9" creationId="{E6F7F96C-6BFF-6F43-9987-44ED1DB5F462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778290461" sldId="2147483849"/>
              <ac:spMk id="10" creationId="{CFDF3A75-0FAB-4F4F-9617-610FEDF2CE7A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778290461" sldId="2147483849"/>
              <ac:spMk id="24" creationId="{FC0CC26D-4375-804A-A98F-81E6E01505AC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7:54.110" v="7" actId="207"/>
          <pc:sldLayoutMkLst>
            <pc:docMk/>
            <pc:sldMasterMk cId="3299562382" sldId="2147483821"/>
            <pc:sldLayoutMk cId="4186027856" sldId="2147483850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4186027856" sldId="2147483850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4186027856" sldId="2147483850"/>
              <ac:spMk id="9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4186027856" sldId="2147483850"/>
              <ac:spMk id="10" creationId="{00000000-0000-0000-0000-000000000000}"/>
            </ac:spMkLst>
          </pc:spChg>
          <pc:spChg chg="mod">
            <ac:chgData name="Vos-Beckers,Bianca B.L.L." userId="767acb9b-f668-429f-b52e-bf151984a7b0" providerId="ADAL" clId="{6FBB37B1-6DB5-9247-8D21-1519C89DECAC}" dt="2023-03-15T08:37:54.110" v="7" actId="207"/>
            <ac:spMkLst>
              <pc:docMk/>
              <pc:sldMasterMk cId="3299562382" sldId="2147483821"/>
              <pc:sldLayoutMk cId="4186027856" sldId="2147483850"/>
              <ac:spMk id="1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6FBB37B1-6DB5-9247-8D21-1519C89DECAC}" dt="2023-03-15T08:33:55.334" v="1"/>
          <pc:sldLayoutMkLst>
            <pc:docMk/>
            <pc:sldMasterMk cId="3299562382" sldId="2147483821"/>
            <pc:sldLayoutMk cId="3485506795" sldId="2147483851"/>
          </pc:sldLayoutMkLst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485506795" sldId="2147483851"/>
              <ac:spMk id="7" creationId="{84548843-C499-E245-95D4-C33008F15DE1}"/>
            </ac:spMkLst>
          </pc:spChg>
          <pc:spChg chg="mod">
            <ac:chgData name="Vos-Beckers,Bianca B.L.L." userId="767acb9b-f668-429f-b52e-bf151984a7b0" providerId="ADAL" clId="{6FBB37B1-6DB5-9247-8D21-1519C89DECAC}" dt="2023-03-15T08:33:55.334" v="1"/>
            <ac:spMkLst>
              <pc:docMk/>
              <pc:sldMasterMk cId="3299562382" sldId="2147483821"/>
              <pc:sldLayoutMk cId="3485506795" sldId="2147483851"/>
              <ac:spMk id="10" creationId="{C3A00F72-3AB5-E14B-B4B6-C3FE088A9D7C}"/>
            </ac:spMkLst>
          </pc:spChg>
          <pc:picChg chg="mod">
            <ac:chgData name="Vos-Beckers,Bianca B.L.L." userId="767acb9b-f668-429f-b52e-bf151984a7b0" providerId="ADAL" clId="{6FBB37B1-6DB5-9247-8D21-1519C89DECAC}" dt="2023-03-15T08:22:27.073" v="0" actId="16037"/>
            <ac:picMkLst>
              <pc:docMk/>
              <pc:sldMasterMk cId="3299562382" sldId="2147483821"/>
              <pc:sldLayoutMk cId="3485506795" sldId="2147483851"/>
              <ac:picMk id="5" creationId="{94C60384-411D-52BA-F8D8-D5297C5CEE0E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5046B-E3A6-4E43-9D24-8C38ABDF8202}" type="datetimeFigureOut">
              <a:t>15-03-2023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2CFB6-CBE2-1D40-B0FD-77D0D9479B87}" type="slidenum"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425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5F5A1-BB00-0941-975C-8C9B35B50ACB}" type="datetimeFigureOut">
              <a:rPr lang="nl-NL" smtClean="0"/>
              <a:t>15-03-2023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6EF66-4D75-7F4B-B988-73C87E66D5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922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0F246EA-2CA6-A949-8C74-EFA4609F5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026"/>
          <a:stretch/>
        </p:blipFill>
        <p:spPr>
          <a:xfrm>
            <a:off x="0" y="1184366"/>
            <a:ext cx="9144000" cy="3959134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4548843-C499-E245-95D4-C33008F1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400400"/>
            <a:ext cx="8722800" cy="8568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0" name="Tijdelijke aanduiding voor inhoud 1">
            <a:extLst>
              <a:ext uri="{FF2B5EF4-FFF2-40B4-BE49-F238E27FC236}">
                <a16:creationId xmlns:a16="http://schemas.microsoft.com/office/drawing/2014/main" id="{C3A00F72-3AB5-E14B-B4B6-C3FE088A9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0" y="2331719"/>
            <a:ext cx="8722799" cy="1743013"/>
          </a:xfrm>
        </p:spPr>
        <p:txBody>
          <a:bodyPr/>
          <a:lstStyle>
            <a:lvl1pPr>
              <a:buFontTx/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4C60384-411D-52BA-F8D8-D5297C5CEE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7682" t="46722" r="23892" b="46937"/>
          <a:stretch/>
        </p:blipFill>
        <p:spPr>
          <a:xfrm>
            <a:off x="5426110" y="1184366"/>
            <a:ext cx="3717890" cy="395913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C5F3BFD-1A0A-6B43-B8AC-EEC8AFF62E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4588" y="199941"/>
            <a:ext cx="1635247" cy="69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0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persoon, poseren, staand, mensen&#10;&#10;Automatisch gegenereerde beschrijving">
            <a:extLst>
              <a:ext uri="{FF2B5EF4-FFF2-40B4-BE49-F238E27FC236}">
                <a16:creationId xmlns:a16="http://schemas.microsoft.com/office/drawing/2014/main" id="{FEA2093E-DAB8-C547-A880-20BBDFDB4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483F7A29-5FB3-744B-BB79-718AD9369F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5410" y="1183951"/>
            <a:ext cx="2668590" cy="3959549"/>
          </a:xfrm>
          <a:prstGeom prst="rect">
            <a:avLst/>
          </a:prstGeom>
        </p:spPr>
      </p:pic>
      <p:sp>
        <p:nvSpPr>
          <p:cNvPr id="20" name="Tijdelijke aanduiding voor tekst 7">
            <a:extLst>
              <a:ext uri="{FF2B5EF4-FFF2-40B4-BE49-F238E27FC236}">
                <a16:creationId xmlns:a16="http://schemas.microsoft.com/office/drawing/2014/main" id="{EC9DB589-8E52-6940-9426-081B5EAFE9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79044" y="547061"/>
            <a:ext cx="4665135" cy="128587"/>
          </a:xfrm>
          <a:prstGeom prst="rect">
            <a:avLst/>
          </a:prstGeom>
        </p:spPr>
        <p:txBody>
          <a:bodyPr tIns="36000" rIns="36000" bIns="36000">
            <a:noAutofit/>
          </a:bodyPr>
          <a:lstStyle>
            <a:lvl1pPr marL="90488" indent="-90488" algn="r">
              <a:lnSpc>
                <a:spcPts val="600"/>
              </a:lnSpc>
              <a:buSzPct val="150000"/>
              <a:buFontTx/>
              <a:buBlip>
                <a:blip r:embed="rId4"/>
              </a:buBlip>
              <a:defRPr lang="nl-NL" sz="900" b="0" i="0" smtClean="0">
                <a:solidFill>
                  <a:srgbClr val="05599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2pPr>
            <a:lvl3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3pPr>
            <a:lvl4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4pPr>
            <a:lvl5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5pPr>
          </a:lstStyle>
          <a:p>
            <a:r>
              <a:rPr lang="nl-NL" dirty="0">
                <a:solidFill>
                  <a:srgbClr val="0464A8"/>
                </a:solidFill>
                <a:effectLst/>
                <a:latin typeface="Roboto" panose="02000000000000000000" pitchFamily="2" charset="0"/>
              </a:rPr>
              <a:t>(sub)titel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C20175A-7C1A-C849-8D72-869A00347B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6736" t="15525" r="55088" b="76493"/>
          <a:stretch/>
        </p:blipFill>
        <p:spPr>
          <a:xfrm>
            <a:off x="8198905" y="3426154"/>
            <a:ext cx="808892" cy="219807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D59652E5-E496-2548-8F85-56D65DFFBF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4588" y="199941"/>
            <a:ext cx="1635247" cy="69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51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persoon, staand, poseren&#10;&#10;Automatisch gegenereerde beschrijving">
            <a:extLst>
              <a:ext uri="{FF2B5EF4-FFF2-40B4-BE49-F238E27FC236}">
                <a16:creationId xmlns:a16="http://schemas.microsoft.com/office/drawing/2014/main" id="{EFEBAAB5-853A-1244-9C54-528465D67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7DEDCBFE-DCC7-CE46-8FAC-0A310131E8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475410" y="1183951"/>
            <a:ext cx="2668590" cy="3959549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C1AD2911-9D27-3241-BF69-2FDA3EF33B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4588" y="199941"/>
            <a:ext cx="1635247" cy="694240"/>
          </a:xfrm>
          <a:prstGeom prst="rect">
            <a:avLst/>
          </a:prstGeom>
        </p:spPr>
      </p:pic>
      <p:sp>
        <p:nvSpPr>
          <p:cNvPr id="20" name="Tijdelijke aanduiding voor tekst 7">
            <a:extLst>
              <a:ext uri="{FF2B5EF4-FFF2-40B4-BE49-F238E27FC236}">
                <a16:creationId xmlns:a16="http://schemas.microsoft.com/office/drawing/2014/main" id="{FAF01E6A-5069-834C-9FCA-B910C1089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79044" y="547061"/>
            <a:ext cx="4665135" cy="128587"/>
          </a:xfrm>
          <a:prstGeom prst="rect">
            <a:avLst/>
          </a:prstGeom>
        </p:spPr>
        <p:txBody>
          <a:bodyPr tIns="36000" rIns="36000" bIns="36000">
            <a:noAutofit/>
          </a:bodyPr>
          <a:lstStyle>
            <a:lvl1pPr marL="90488" indent="-90488" algn="r">
              <a:lnSpc>
                <a:spcPts val="600"/>
              </a:lnSpc>
              <a:buSzPct val="150000"/>
              <a:buFontTx/>
              <a:buBlip>
                <a:blip r:embed="rId5"/>
              </a:buBlip>
              <a:defRPr lang="nl-NL" sz="900" b="0" i="0" smtClean="0">
                <a:solidFill>
                  <a:srgbClr val="01599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2pPr>
            <a:lvl3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3pPr>
            <a:lvl4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4pPr>
            <a:lvl5pPr>
              <a:lnSpc>
                <a:spcPts val="1400"/>
              </a:lnSpc>
              <a:defRPr sz="1400" cap="all" baseline="0">
                <a:solidFill>
                  <a:schemeClr val="bg1"/>
                </a:solidFill>
                <a:latin typeface="Frutiger LT Pro 55 Roman" pitchFamily="34" charset="0"/>
              </a:defRPr>
            </a:lvl5pPr>
          </a:lstStyle>
          <a:p>
            <a:r>
              <a:rPr lang="nl-NL" dirty="0">
                <a:solidFill>
                  <a:srgbClr val="0464A8"/>
                </a:solidFill>
                <a:effectLst/>
                <a:latin typeface="Roboto" panose="02000000000000000000" pitchFamily="2" charset="0"/>
              </a:rPr>
              <a:t>(sub)titel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FF491CC-6CBE-B045-89F7-65D8B7EC7E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6736" t="15525" r="55088" b="76493"/>
          <a:stretch/>
        </p:blipFill>
        <p:spPr>
          <a:xfrm>
            <a:off x="8198905" y="3426154"/>
            <a:ext cx="808892" cy="21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er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015997"/>
                </a:solidFill>
              </a:defRPr>
            </a:lvl1pPr>
          </a:lstStyle>
          <a:p>
            <a:r>
              <a:rPr lang="nl-NL" dirty="0"/>
              <a:t>Titel volgblad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12400" y="1200151"/>
            <a:ext cx="8722800" cy="2874582"/>
          </a:xfrm>
          <a:prstGeom prst="rect">
            <a:avLst/>
          </a:prstGeo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solidFill>
                  <a:srgbClr val="595A59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1009C97A-0677-DD42-A489-F1039FAB5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9831" y="4630341"/>
            <a:ext cx="48705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0BEBA378-1FC0-1E48-932B-BEB54863F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381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64E8C05-E278-0042-ABA4-DC2DC3E1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2743" y="4629600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 sz="1100" b="0" i="0" baseline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4ED2B493-C1EE-714C-B8A9-F38F4D8CE6E7}" type="datetimeFigureOut">
              <a:rPr lang="nl-NL" smtClean="0"/>
              <a:pPr/>
              <a:t>15-03-2023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062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er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0" i="0">
                <a:solidFill>
                  <a:srgbClr val="015997"/>
                </a:solidFill>
              </a:defRPr>
            </a:lvl1pPr>
          </a:lstStyle>
          <a:p>
            <a:r>
              <a:rPr lang="nl-NL" dirty="0"/>
              <a:t>Titel volgblad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212400" y="1198800"/>
            <a:ext cx="4283400" cy="289495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marL="742950" indent="-285750">
              <a:buFontTx/>
              <a:buBlip>
                <a:blip r:embed="rId2"/>
              </a:buBlip>
              <a:defRPr sz="1800" b="0" i="0">
                <a:solidFill>
                  <a:srgbClr val="595A59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199" y="1200150"/>
            <a:ext cx="4285407" cy="28949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marL="742950" indent="-285750" algn="l">
              <a:buFontTx/>
              <a:buBlip>
                <a:blip r:embed="rId2"/>
              </a:buBlip>
              <a:defRPr sz="1800" b="0" i="0">
                <a:solidFill>
                  <a:srgbClr val="595A59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7" name="Tijdelijke aanduiding voor voettekst 4">
            <a:extLst>
              <a:ext uri="{FF2B5EF4-FFF2-40B4-BE49-F238E27FC236}">
                <a16:creationId xmlns:a16="http://schemas.microsoft.com/office/drawing/2014/main" id="{69C277A8-ADA1-E44D-A02F-2FC0CF6BE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99831" y="4630341"/>
            <a:ext cx="48705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B717C99D-6188-0D4C-B810-61576C150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381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8" name="Tijdelijke aanduiding voor datum 6">
            <a:extLst>
              <a:ext uri="{FF2B5EF4-FFF2-40B4-BE49-F238E27FC236}">
                <a16:creationId xmlns:a16="http://schemas.microsoft.com/office/drawing/2014/main" id="{F545DDDF-BC04-C24C-8D8C-86F24B98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2743" y="4629600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 sz="1100" b="0" i="0" baseline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4ED2B493-C1EE-714C-B8A9-F38F4D8CE6E7}" type="datetimeFigureOut">
              <a:rPr lang="nl-NL" smtClean="0"/>
              <a:pPr/>
              <a:t>15-03-2023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027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rate-Afbeelding-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5F311D-10D4-6041-93C5-6CEDE63D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" b="0" i="0">
                <a:solidFill>
                  <a:srgbClr val="05599F"/>
                </a:solidFill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785F248-B007-0D44-802E-2202D59A8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8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8CDA164-7D24-894C-BC0B-FAEDB9356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 b="0" i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2093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t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6F7DCA26-1E3E-9B46-B079-ABB50214B5C5}"/>
              </a:ext>
            </a:extLst>
          </p:cNvPr>
          <p:cNvSpPr/>
          <p:nvPr userDrawn="1"/>
        </p:nvSpPr>
        <p:spPr>
          <a:xfrm>
            <a:off x="0" y="0"/>
            <a:ext cx="9144000" cy="41016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10A31709-346C-6C48-A1F1-7F2837F1C9A9}"/>
              </a:ext>
            </a:extLst>
          </p:cNvPr>
          <p:cNvSpPr/>
          <p:nvPr userDrawn="1"/>
        </p:nvSpPr>
        <p:spPr>
          <a:xfrm>
            <a:off x="7469392" y="4530929"/>
            <a:ext cx="12602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nl-NL" sz="1100" b="0" i="0" dirty="0">
                <a:solidFill>
                  <a:srgbClr val="01599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FONTYS.NL/PRO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BF3D1BF-5014-8140-9B47-B4E5D9EBC0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4363" y="4283824"/>
            <a:ext cx="1635247" cy="69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7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t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8A9C812-2E58-0645-A293-BECF92250576}"/>
              </a:ext>
            </a:extLst>
          </p:cNvPr>
          <p:cNvSpPr/>
          <p:nvPr userDrawn="1"/>
        </p:nvSpPr>
        <p:spPr>
          <a:xfrm>
            <a:off x="0" y="0"/>
            <a:ext cx="9144000" cy="4089600"/>
          </a:xfrm>
          <a:prstGeom prst="rect">
            <a:avLst/>
          </a:prstGeom>
          <a:solidFill>
            <a:srgbClr val="66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Tijdelijke aanduiding voor inhoud 1">
            <a:extLst>
              <a:ext uri="{FF2B5EF4-FFF2-40B4-BE49-F238E27FC236}">
                <a16:creationId xmlns:a16="http://schemas.microsoft.com/office/drawing/2014/main" id="{E6F7F96C-6BFF-6F43-9987-44ED1DB5F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buFontTx/>
              <a:buNone/>
              <a:defRPr b="0" i="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FC0CC26D-4375-804A-A98F-81E6E01505AC}"/>
              </a:ext>
            </a:extLst>
          </p:cNvPr>
          <p:cNvSpPr txBox="1">
            <a:spLocks/>
          </p:cNvSpPr>
          <p:nvPr userDrawn="1"/>
        </p:nvSpPr>
        <p:spPr>
          <a:xfrm>
            <a:off x="2769607" y="4236031"/>
            <a:ext cx="6183880" cy="74617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b="0" i="0" dirty="0">
              <a:latin typeface="Roboto" panose="02000000000000000000" pitchFamily="2" charset="0"/>
            </a:endParaRPr>
          </a:p>
        </p:txBody>
      </p:sp>
      <p:sp>
        <p:nvSpPr>
          <p:cNvPr id="10" name="Tijdelijke aanduiding voor inhoud 3">
            <a:extLst>
              <a:ext uri="{FF2B5EF4-FFF2-40B4-BE49-F238E27FC236}">
                <a16:creationId xmlns:a16="http://schemas.microsoft.com/office/drawing/2014/main" id="{CFDF3A75-0FAB-4F4F-9617-610FEDF2CE7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43591" y="4272566"/>
            <a:ext cx="5509896" cy="6731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11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marL="457200" indent="0">
              <a:buFontTx/>
              <a:buNone/>
              <a:defRPr sz="1200">
                <a:latin typeface="Arial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Gegevens afzender (denk aan: naam, contactgegevens, opleiding, enz.)</a:t>
            </a:r>
          </a:p>
        </p:txBody>
      </p:sp>
    </p:spTree>
    <p:extLst>
      <p:ext uri="{BB962C8B-B14F-4D97-AF65-F5344CB8AC3E}">
        <p14:creationId xmlns:p14="http://schemas.microsoft.com/office/powerpoint/2010/main" val="377829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oorblad-teks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 b="0" i="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 b="0" i="0">
                <a:solidFill>
                  <a:srgbClr val="595A59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</p:spTree>
    <p:extLst>
      <p:ext uri="{BB962C8B-B14F-4D97-AF65-F5344CB8AC3E}">
        <p14:creationId xmlns:p14="http://schemas.microsoft.com/office/powerpoint/2010/main" val="418602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12399" y="206375"/>
            <a:ext cx="8722800" cy="85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Titel van presentatie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12400" y="1200151"/>
            <a:ext cx="8721207" cy="2874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sjabloon te bewerken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199831" y="4630341"/>
            <a:ext cx="48705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10381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F2219D1-5422-AD46-9198-4CD0D2FB20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r="52984"/>
          <a:stretch/>
        </p:blipFill>
        <p:spPr>
          <a:xfrm>
            <a:off x="210393" y="4284001"/>
            <a:ext cx="756258" cy="68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6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47" r:id="rId2"/>
    <p:sldLayoutId id="2147483838" r:id="rId3"/>
    <p:sldLayoutId id="2147483823" r:id="rId4"/>
    <p:sldLayoutId id="2147483825" r:id="rId5"/>
    <p:sldLayoutId id="2147483830" r:id="rId6"/>
    <p:sldLayoutId id="2147483848" r:id="rId7"/>
    <p:sldLayoutId id="2147483849" r:id="rId8"/>
    <p:sldLayoutId id="2147483850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baseline="0">
          <a:solidFill>
            <a:srgbClr val="05599F"/>
          </a:solidFill>
          <a:latin typeface="Roboto Medium" panose="02000000000000000000" pitchFamily="2" charset="0"/>
          <a:ea typeface="Roboto Medium" panose="02000000000000000000" pitchFamily="2" charset="0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595A59"/>
          </a:solidFill>
          <a:latin typeface="Roboto" panose="02000000000000000000" pitchFamily="2" charset="0"/>
          <a:ea typeface="Roboto" panose="02000000000000000000" pitchFamily="2" charset="0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ys.nl/huisstijl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BE431-49CA-DE4A-8121-19EDE813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Informatie en uitleg vooraf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83B989-1B17-AA47-8527-58FCBF6B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NL" sz="1200" dirty="0"/>
              <a:t>Dit is de </a:t>
            </a:r>
            <a:r>
              <a:rPr lang="nl-NL" sz="1200" u="sng" dirty="0"/>
              <a:t>standaard PowerPoint</a:t>
            </a:r>
            <a:r>
              <a:rPr lang="nl-NL" sz="1200" dirty="0"/>
              <a:t> van </a:t>
            </a:r>
            <a:r>
              <a:rPr lang="nl-NL" sz="1200" dirty="0" err="1"/>
              <a:t>Fontys</a:t>
            </a:r>
            <a:r>
              <a:rPr lang="nl-NL" sz="1200" dirty="0"/>
              <a:t> Pro.</a:t>
            </a:r>
          </a:p>
          <a:p>
            <a:endParaRPr lang="nl-NL" sz="1200" dirty="0"/>
          </a:p>
          <a:p>
            <a:r>
              <a:rPr lang="nl-NL" sz="1200" dirty="0"/>
              <a:t>Er is een titelslide, 2 voorslides met verschillende quotes en 2 vervolgslides beschikbaar.</a:t>
            </a:r>
          </a:p>
          <a:p>
            <a:r>
              <a:rPr lang="nl-NL" sz="1200" dirty="0"/>
              <a:t>Per onderdeel zie je verschillende keuzes. De keuze is aan jou. </a:t>
            </a:r>
          </a:p>
          <a:p>
            <a:r>
              <a:rPr lang="nl-NL" sz="1200" dirty="0"/>
              <a:t>Verwijder de keuzes die je niet gebruikt</a:t>
            </a:r>
          </a:p>
          <a:p>
            <a:r>
              <a:rPr lang="nl-NL" sz="1200" dirty="0"/>
              <a:t>Diamodel of sjabloonpagina toevoegen? Kies in menu ‘start’ =&gt; klik op ‘nieuwe dia’ en kies uit de diverse sjablonen in Fontysstijl.</a:t>
            </a:r>
          </a:p>
          <a:p>
            <a:endParaRPr lang="nl-NL" sz="1200" dirty="0"/>
          </a:p>
          <a:p>
            <a:r>
              <a:rPr lang="nl-NL" sz="1200" dirty="0"/>
              <a:t>Andere PowerPoints: Algemene presentatie LLO / Fontys Pro of digitaal lesmateriaal (NL/ENG). </a:t>
            </a:r>
          </a:p>
          <a:p>
            <a:r>
              <a:rPr lang="nl-NL" sz="1200" dirty="0"/>
              <a:t>Ga hiervoor naar Bestand – Nieuw en maak je keuze</a:t>
            </a:r>
          </a:p>
          <a:p>
            <a:pPr marL="0" indent="0">
              <a:buNone/>
            </a:pPr>
            <a:r>
              <a:rPr lang="nl-NL" sz="1200" dirty="0"/>
              <a:t> </a:t>
            </a:r>
          </a:p>
          <a:p>
            <a:r>
              <a:rPr lang="nl-NL" sz="1200" dirty="0"/>
              <a:t>Meer informatie, kijk dan op </a:t>
            </a:r>
            <a:r>
              <a:rPr lang="nl-NL" sz="1200" dirty="0">
                <a:solidFill>
                  <a:schemeClr val="accent2"/>
                </a:solidFill>
                <a:hlinkClick r:id="rId2"/>
              </a:rPr>
              <a:t>fontys.nl/huisstijl</a:t>
            </a:r>
            <a:endParaRPr lang="nl-NL" sz="1200" dirty="0"/>
          </a:p>
          <a:p>
            <a:r>
              <a:rPr lang="nl-NL" sz="1200" dirty="0"/>
              <a:t>Kom je er niet uit? Stuur dan een mail naar huisstijl@fontys.nl</a:t>
            </a:r>
          </a:p>
        </p:txBody>
      </p:sp>
    </p:spTree>
    <p:extLst>
      <p:ext uri="{BB962C8B-B14F-4D97-AF65-F5344CB8AC3E}">
        <p14:creationId xmlns:p14="http://schemas.microsoft.com/office/powerpoint/2010/main" val="258978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BD947-3A49-4684-5C51-20B99C51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TITELBLAD VAN DE POWERPOINT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16337C93-BAC2-2F65-515C-29BC77270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FBF96BE0-B914-7148-7517-2966AB6FD44C}"/>
              </a:ext>
            </a:extLst>
          </p:cNvPr>
          <p:cNvCxnSpPr/>
          <p:nvPr/>
        </p:nvCxnSpPr>
        <p:spPr>
          <a:xfrm>
            <a:off x="212400" y="2247922"/>
            <a:ext cx="872280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97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2BCCA74-7DE7-9C1D-4E1E-F064702C7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849B9DC-EC1F-093D-6E54-4CA158AD4AB9}"/>
              </a:ext>
            </a:extLst>
          </p:cNvPr>
          <p:cNvSpPr txBox="1"/>
          <p:nvPr/>
        </p:nvSpPr>
        <p:spPr>
          <a:xfrm>
            <a:off x="6611610" y="2935371"/>
            <a:ext cx="1198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i="1" dirty="0">
                <a:solidFill>
                  <a:srgbClr val="809DCA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Pim</a:t>
            </a:r>
          </a:p>
        </p:txBody>
      </p:sp>
      <p:sp>
        <p:nvSpPr>
          <p:cNvPr id="5" name="Tijdelijke aanduiding voor tekst 19">
            <a:extLst>
              <a:ext uri="{FF2B5EF4-FFF2-40B4-BE49-F238E27FC236}">
                <a16:creationId xmlns:a16="http://schemas.microsoft.com/office/drawing/2014/main" id="{F3974D41-ACA2-9CB3-BCF3-351F1B83BC03}"/>
              </a:ext>
            </a:extLst>
          </p:cNvPr>
          <p:cNvSpPr txBox="1">
            <a:spLocks/>
          </p:cNvSpPr>
          <p:nvPr/>
        </p:nvSpPr>
        <p:spPr>
          <a:xfrm>
            <a:off x="6611611" y="1544566"/>
            <a:ext cx="2396186" cy="15264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20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‘Ik wil er in </a:t>
            </a:r>
            <a:b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mijn werk en vakgebied toe doen.’</a:t>
            </a:r>
          </a:p>
        </p:txBody>
      </p:sp>
    </p:spTree>
    <p:extLst>
      <p:ext uri="{BB962C8B-B14F-4D97-AF65-F5344CB8AC3E}">
        <p14:creationId xmlns:p14="http://schemas.microsoft.com/office/powerpoint/2010/main" val="123877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BF18A93-FCEA-41AF-DEE2-A90BC83E34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>
              <a:latin typeface="Roboto" panose="02000000000000000000" pitchFamily="2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AAF14E1-2EC9-762C-451A-786F0934689F}"/>
              </a:ext>
            </a:extLst>
          </p:cNvPr>
          <p:cNvSpPr txBox="1"/>
          <p:nvPr/>
        </p:nvSpPr>
        <p:spPr>
          <a:xfrm>
            <a:off x="6611610" y="2935371"/>
            <a:ext cx="1198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i="1" dirty="0">
                <a:solidFill>
                  <a:srgbClr val="809DCA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Iris</a:t>
            </a:r>
          </a:p>
        </p:txBody>
      </p:sp>
      <p:sp>
        <p:nvSpPr>
          <p:cNvPr id="5" name="Tijdelijke aanduiding voor tekst 19">
            <a:extLst>
              <a:ext uri="{FF2B5EF4-FFF2-40B4-BE49-F238E27FC236}">
                <a16:creationId xmlns:a16="http://schemas.microsoft.com/office/drawing/2014/main" id="{DFD54060-39CD-A2CC-D361-A7B486F5C4BE}"/>
              </a:ext>
            </a:extLst>
          </p:cNvPr>
          <p:cNvSpPr txBox="1">
            <a:spLocks/>
          </p:cNvSpPr>
          <p:nvPr/>
        </p:nvSpPr>
        <p:spPr>
          <a:xfrm>
            <a:off x="6611611" y="1544566"/>
            <a:ext cx="2396186" cy="15264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20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‘Ik blijf me graag ontwikkelen. </a:t>
            </a:r>
            <a:b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Voor mezelf én </a:t>
            </a:r>
            <a:b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 maatschappij.’</a:t>
            </a:r>
          </a:p>
        </p:txBody>
      </p:sp>
    </p:spTree>
    <p:extLst>
      <p:ext uri="{BB962C8B-B14F-4D97-AF65-F5344CB8AC3E}">
        <p14:creationId xmlns:p14="http://schemas.microsoft.com/office/powerpoint/2010/main" val="363851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04AD2-CC4D-824F-9897-5F30034B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solidFill>
                  <a:srgbClr val="05599F"/>
                </a:solidFill>
              </a:rPr>
              <a:t>Vervolgpagina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DF01E09-6E5C-F14A-8B7D-0C28B4C6E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600" y="1200151"/>
            <a:ext cx="8722800" cy="2874582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nl-NL" dirty="0" err="1">
                <a:solidFill>
                  <a:srgbClr val="595A59"/>
                </a:solidFill>
              </a:rPr>
              <a:t>Lorem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ipsum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sit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amet</a:t>
            </a:r>
            <a:r>
              <a:rPr lang="nl-NL" dirty="0">
                <a:solidFill>
                  <a:srgbClr val="595A59"/>
                </a:solidFill>
              </a:rPr>
              <a:t>, </a:t>
            </a:r>
            <a:r>
              <a:rPr lang="nl-NL" dirty="0" err="1">
                <a:solidFill>
                  <a:srgbClr val="595A59"/>
                </a:solidFill>
              </a:rPr>
              <a:t>consectetur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adipiscing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elit</a:t>
            </a:r>
            <a:r>
              <a:rPr lang="nl-NL" dirty="0">
                <a:solidFill>
                  <a:srgbClr val="595A59"/>
                </a:solidFill>
              </a:rPr>
              <a:t>, </a:t>
            </a:r>
            <a:r>
              <a:rPr lang="nl-NL" dirty="0" err="1">
                <a:solidFill>
                  <a:srgbClr val="595A59"/>
                </a:solidFill>
              </a:rPr>
              <a:t>sed</a:t>
            </a:r>
            <a:r>
              <a:rPr lang="nl-NL" dirty="0">
                <a:solidFill>
                  <a:srgbClr val="595A59"/>
                </a:solidFill>
              </a:rPr>
              <a:t> do </a:t>
            </a:r>
            <a:r>
              <a:rPr lang="nl-NL" dirty="0" err="1">
                <a:solidFill>
                  <a:srgbClr val="595A59"/>
                </a:solidFill>
              </a:rPr>
              <a:t>eiusmod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tempor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incididunt</a:t>
            </a:r>
            <a:r>
              <a:rPr lang="nl-NL" dirty="0">
                <a:solidFill>
                  <a:srgbClr val="595A59"/>
                </a:solidFill>
              </a:rPr>
              <a:t> ut </a:t>
            </a:r>
            <a:r>
              <a:rPr lang="nl-NL" dirty="0" err="1">
                <a:solidFill>
                  <a:srgbClr val="595A59"/>
                </a:solidFill>
              </a:rPr>
              <a:t>labore</a:t>
            </a:r>
            <a:r>
              <a:rPr lang="nl-NL" dirty="0">
                <a:solidFill>
                  <a:srgbClr val="595A59"/>
                </a:solidFill>
              </a:rPr>
              <a:t> et </a:t>
            </a:r>
            <a:r>
              <a:rPr lang="nl-NL" dirty="0" err="1">
                <a:solidFill>
                  <a:srgbClr val="595A59"/>
                </a:solidFill>
              </a:rPr>
              <a:t>dolore</a:t>
            </a:r>
            <a:r>
              <a:rPr lang="nl-NL" dirty="0">
                <a:solidFill>
                  <a:srgbClr val="595A59"/>
                </a:solidFill>
              </a:rPr>
              <a:t> magna </a:t>
            </a:r>
            <a:r>
              <a:rPr lang="nl-NL" dirty="0" err="1">
                <a:solidFill>
                  <a:srgbClr val="595A59"/>
                </a:solidFill>
              </a:rPr>
              <a:t>aliqua</a:t>
            </a:r>
            <a:r>
              <a:rPr lang="nl-NL" dirty="0">
                <a:solidFill>
                  <a:srgbClr val="595A59"/>
                </a:solidFill>
              </a:rPr>
              <a:t>. Ut </a:t>
            </a:r>
            <a:r>
              <a:rPr lang="nl-NL" dirty="0" err="1">
                <a:solidFill>
                  <a:srgbClr val="595A59"/>
                </a:solidFill>
              </a:rPr>
              <a:t>enim</a:t>
            </a:r>
            <a:r>
              <a:rPr lang="nl-NL" dirty="0">
                <a:solidFill>
                  <a:srgbClr val="595A59"/>
                </a:solidFill>
              </a:rPr>
              <a:t> ad </a:t>
            </a:r>
            <a:r>
              <a:rPr lang="nl-NL" dirty="0" err="1">
                <a:solidFill>
                  <a:srgbClr val="595A59"/>
                </a:solidFill>
              </a:rPr>
              <a:t>minim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veniam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  <a:p>
            <a:pPr>
              <a:buBlip>
                <a:blip r:embed="rId2"/>
              </a:buBlip>
            </a:pPr>
            <a:r>
              <a:rPr lang="nl-NL" dirty="0" err="1">
                <a:solidFill>
                  <a:srgbClr val="595A59"/>
                </a:solidFill>
              </a:rPr>
              <a:t>Quis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nostrud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exercitation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ullamco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laboris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nisi</a:t>
            </a:r>
            <a:r>
              <a:rPr lang="nl-NL" dirty="0">
                <a:solidFill>
                  <a:srgbClr val="595A59"/>
                </a:solidFill>
              </a:rPr>
              <a:t> ut </a:t>
            </a:r>
            <a:r>
              <a:rPr lang="nl-NL" dirty="0" err="1">
                <a:solidFill>
                  <a:srgbClr val="595A59"/>
                </a:solidFill>
              </a:rPr>
              <a:t>aliquip</a:t>
            </a:r>
            <a:r>
              <a:rPr lang="nl-NL" dirty="0">
                <a:solidFill>
                  <a:srgbClr val="595A59"/>
                </a:solidFill>
              </a:rPr>
              <a:t> ex </a:t>
            </a:r>
            <a:r>
              <a:rPr lang="nl-NL" dirty="0" err="1">
                <a:solidFill>
                  <a:srgbClr val="595A59"/>
                </a:solidFill>
              </a:rPr>
              <a:t>ea</a:t>
            </a:r>
            <a:r>
              <a:rPr lang="nl-NL" dirty="0">
                <a:solidFill>
                  <a:srgbClr val="595A59"/>
                </a:solidFill>
              </a:rPr>
              <a:t> commodo </a:t>
            </a:r>
            <a:r>
              <a:rPr lang="nl-NL" dirty="0" err="1">
                <a:solidFill>
                  <a:srgbClr val="595A59"/>
                </a:solidFill>
              </a:rPr>
              <a:t>consequat</a:t>
            </a:r>
            <a:r>
              <a:rPr lang="nl-NL" dirty="0">
                <a:solidFill>
                  <a:srgbClr val="595A59"/>
                </a:solidFill>
              </a:rPr>
              <a:t>. Duis </a:t>
            </a:r>
            <a:r>
              <a:rPr lang="nl-NL" dirty="0" err="1">
                <a:solidFill>
                  <a:srgbClr val="595A59"/>
                </a:solidFill>
              </a:rPr>
              <a:t>aute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irure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</a:t>
            </a:r>
            <a:r>
              <a:rPr lang="nl-NL" dirty="0">
                <a:solidFill>
                  <a:srgbClr val="595A59"/>
                </a:solidFill>
              </a:rPr>
              <a:t> in </a:t>
            </a:r>
            <a:r>
              <a:rPr lang="nl-NL" dirty="0" err="1">
                <a:solidFill>
                  <a:srgbClr val="595A59"/>
                </a:solidFill>
              </a:rPr>
              <a:t>reprehenderit</a:t>
            </a:r>
            <a:r>
              <a:rPr lang="nl-NL" dirty="0">
                <a:solidFill>
                  <a:srgbClr val="595A59"/>
                </a:solidFill>
              </a:rPr>
              <a:t> in </a:t>
            </a:r>
            <a:r>
              <a:rPr lang="nl-NL" dirty="0" err="1">
                <a:solidFill>
                  <a:srgbClr val="595A59"/>
                </a:solidFill>
              </a:rPr>
              <a:t>voluptate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velit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esse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cillum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eu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fugiat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nulla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pariatur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253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9E2C8-6DCC-FD47-BAFF-8D18A7DE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Vervolgpagina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3E9CD2A-92F1-BE4B-AD4A-37C564ECFB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nl-NL" dirty="0" err="1">
                <a:solidFill>
                  <a:srgbClr val="595A59"/>
                </a:solidFill>
              </a:rPr>
              <a:t>Lorem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ipsum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sit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amet</a:t>
            </a:r>
            <a:r>
              <a:rPr lang="nl-NL" dirty="0">
                <a:solidFill>
                  <a:srgbClr val="595A59"/>
                </a:solidFill>
              </a:rPr>
              <a:t>, </a:t>
            </a:r>
            <a:r>
              <a:rPr lang="nl-NL" dirty="0" err="1">
                <a:solidFill>
                  <a:srgbClr val="595A59"/>
                </a:solidFill>
              </a:rPr>
              <a:t>consectetur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adipiscing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elit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  <a:p>
            <a:pPr>
              <a:buBlip>
                <a:blip r:embed="rId2"/>
              </a:buBlip>
            </a:pPr>
            <a:r>
              <a:rPr lang="nl-NL" dirty="0">
                <a:solidFill>
                  <a:srgbClr val="595A59"/>
                </a:solidFill>
              </a:rPr>
              <a:t>Ut </a:t>
            </a:r>
            <a:r>
              <a:rPr lang="nl-NL" dirty="0" err="1">
                <a:solidFill>
                  <a:srgbClr val="595A59"/>
                </a:solidFill>
              </a:rPr>
              <a:t>enim</a:t>
            </a:r>
            <a:r>
              <a:rPr lang="nl-NL" dirty="0">
                <a:solidFill>
                  <a:srgbClr val="595A59"/>
                </a:solidFill>
              </a:rPr>
              <a:t> ad </a:t>
            </a:r>
            <a:r>
              <a:rPr lang="nl-NL" dirty="0" err="1">
                <a:solidFill>
                  <a:srgbClr val="595A59"/>
                </a:solidFill>
              </a:rPr>
              <a:t>minim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veniam</a:t>
            </a:r>
            <a:r>
              <a:rPr lang="nl-NL" dirty="0">
                <a:solidFill>
                  <a:srgbClr val="595A59"/>
                </a:solidFill>
              </a:rPr>
              <a:t>, </a:t>
            </a:r>
            <a:r>
              <a:rPr lang="nl-NL" dirty="0" err="1">
                <a:solidFill>
                  <a:srgbClr val="595A59"/>
                </a:solidFill>
              </a:rPr>
              <a:t>quis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nostrud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exercitation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  <a:p>
            <a:pPr>
              <a:buBlip>
                <a:blip r:embed="rId2"/>
              </a:buBlip>
            </a:pPr>
            <a:r>
              <a:rPr lang="nl-NL" dirty="0">
                <a:solidFill>
                  <a:srgbClr val="595A59"/>
                </a:solidFill>
              </a:rPr>
              <a:t>Duis </a:t>
            </a:r>
            <a:r>
              <a:rPr lang="nl-NL" dirty="0" err="1">
                <a:solidFill>
                  <a:srgbClr val="595A59"/>
                </a:solidFill>
              </a:rPr>
              <a:t>aute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irure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</a:t>
            </a:r>
            <a:r>
              <a:rPr lang="nl-NL" dirty="0">
                <a:solidFill>
                  <a:srgbClr val="595A59"/>
                </a:solidFill>
              </a:rPr>
              <a:t> in </a:t>
            </a:r>
            <a:r>
              <a:rPr lang="nl-NL" dirty="0" err="1">
                <a:solidFill>
                  <a:srgbClr val="595A59"/>
                </a:solidFill>
              </a:rPr>
              <a:t>reprehenderit</a:t>
            </a:r>
            <a:r>
              <a:rPr lang="nl-NL" dirty="0">
                <a:solidFill>
                  <a:srgbClr val="595A59"/>
                </a:solidFill>
              </a:rPr>
              <a:t> in </a:t>
            </a:r>
            <a:r>
              <a:rPr lang="nl-NL" dirty="0" err="1">
                <a:solidFill>
                  <a:srgbClr val="595A59"/>
                </a:solidFill>
              </a:rPr>
              <a:t>voluptate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CF8540-ACA4-3C4B-803E-38614DDEC3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nl-NL" dirty="0" err="1">
                <a:solidFill>
                  <a:srgbClr val="595A59"/>
                </a:solidFill>
              </a:rPr>
              <a:t>Lorem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ipsum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sit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amet</a:t>
            </a:r>
            <a:r>
              <a:rPr lang="nl-NL" dirty="0">
                <a:solidFill>
                  <a:srgbClr val="595A59"/>
                </a:solidFill>
              </a:rPr>
              <a:t>, </a:t>
            </a:r>
            <a:r>
              <a:rPr lang="nl-NL" dirty="0" err="1">
                <a:solidFill>
                  <a:srgbClr val="595A59"/>
                </a:solidFill>
              </a:rPr>
              <a:t>consectetur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adipiscing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elit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  <a:p>
            <a:pPr>
              <a:buBlip>
                <a:blip r:embed="rId2"/>
              </a:buBlip>
            </a:pPr>
            <a:r>
              <a:rPr lang="nl-NL" dirty="0">
                <a:solidFill>
                  <a:srgbClr val="595A59"/>
                </a:solidFill>
              </a:rPr>
              <a:t>Ut </a:t>
            </a:r>
            <a:r>
              <a:rPr lang="nl-NL" dirty="0" err="1">
                <a:solidFill>
                  <a:srgbClr val="595A59"/>
                </a:solidFill>
              </a:rPr>
              <a:t>enim</a:t>
            </a:r>
            <a:r>
              <a:rPr lang="nl-NL" dirty="0">
                <a:solidFill>
                  <a:srgbClr val="595A59"/>
                </a:solidFill>
              </a:rPr>
              <a:t> ad </a:t>
            </a:r>
            <a:r>
              <a:rPr lang="nl-NL" dirty="0" err="1">
                <a:solidFill>
                  <a:srgbClr val="595A59"/>
                </a:solidFill>
              </a:rPr>
              <a:t>minim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veniam</a:t>
            </a:r>
            <a:r>
              <a:rPr lang="nl-NL" dirty="0">
                <a:solidFill>
                  <a:srgbClr val="595A59"/>
                </a:solidFill>
              </a:rPr>
              <a:t>, </a:t>
            </a:r>
            <a:r>
              <a:rPr lang="nl-NL" dirty="0" err="1">
                <a:solidFill>
                  <a:srgbClr val="595A59"/>
                </a:solidFill>
              </a:rPr>
              <a:t>quis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nostrud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exercitation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  <a:p>
            <a:pPr>
              <a:buBlip>
                <a:blip r:embed="rId2"/>
              </a:buBlip>
            </a:pPr>
            <a:r>
              <a:rPr lang="nl-NL" dirty="0">
                <a:solidFill>
                  <a:srgbClr val="595A59"/>
                </a:solidFill>
              </a:rPr>
              <a:t>Duis </a:t>
            </a:r>
            <a:r>
              <a:rPr lang="nl-NL" dirty="0" err="1">
                <a:solidFill>
                  <a:srgbClr val="595A59"/>
                </a:solidFill>
              </a:rPr>
              <a:t>aute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irure</a:t>
            </a:r>
            <a:r>
              <a:rPr lang="nl-NL" dirty="0">
                <a:solidFill>
                  <a:srgbClr val="595A59"/>
                </a:solidFill>
              </a:rPr>
              <a:t> </a:t>
            </a:r>
            <a:r>
              <a:rPr lang="nl-NL" dirty="0" err="1">
                <a:solidFill>
                  <a:srgbClr val="595A59"/>
                </a:solidFill>
              </a:rPr>
              <a:t>dolor</a:t>
            </a:r>
            <a:r>
              <a:rPr lang="nl-NL" dirty="0">
                <a:solidFill>
                  <a:srgbClr val="595A59"/>
                </a:solidFill>
              </a:rPr>
              <a:t> in </a:t>
            </a:r>
            <a:r>
              <a:rPr lang="nl-NL" dirty="0" err="1">
                <a:solidFill>
                  <a:srgbClr val="595A59"/>
                </a:solidFill>
              </a:rPr>
              <a:t>reprehenderit</a:t>
            </a:r>
            <a:r>
              <a:rPr lang="nl-NL" dirty="0">
                <a:solidFill>
                  <a:srgbClr val="595A59"/>
                </a:solidFill>
              </a:rPr>
              <a:t> in </a:t>
            </a:r>
            <a:r>
              <a:rPr lang="nl-NL" dirty="0" err="1">
                <a:solidFill>
                  <a:srgbClr val="595A59"/>
                </a:solidFill>
              </a:rPr>
              <a:t>voluptate</a:t>
            </a:r>
            <a:r>
              <a:rPr lang="nl-NL" dirty="0">
                <a:solidFill>
                  <a:srgbClr val="595A59"/>
                </a:solidFill>
              </a:rPr>
              <a:t>.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048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EC911-9BE5-48D2-D794-301BCB76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79C9537-D7C9-7838-D0C5-EFC85E1EF92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3A2E92-42FA-C4ED-AAC0-23C21926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093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323920"/>
      </p:ext>
    </p:extLst>
  </p:cSld>
  <p:clrMapOvr>
    <a:masterClrMapping/>
  </p:clrMapOvr>
</p:sld>
</file>

<file path=ppt/theme/theme1.xml><?xml version="1.0" encoding="utf-8"?>
<a:theme xmlns:a="http://schemas.openxmlformats.org/drawingml/2006/main" name="Fontys Pro Corporate">
  <a:themeElements>
    <a:clrScheme name="Aangepast 3">
      <a:dk1>
        <a:srgbClr val="000000"/>
      </a:dk1>
      <a:lt1>
        <a:srgbClr val="FFFFFF"/>
      </a:lt1>
      <a:dk2>
        <a:srgbClr val="0076E0"/>
      </a:dk2>
      <a:lt2>
        <a:srgbClr val="EEECE1"/>
      </a:lt2>
      <a:accent1>
        <a:srgbClr val="653366"/>
      </a:accent1>
      <a:accent2>
        <a:srgbClr val="0076E0"/>
      </a:accent2>
      <a:accent3>
        <a:srgbClr val="93ADFC"/>
      </a:accent3>
      <a:accent4>
        <a:srgbClr val="818386"/>
      </a:accent4>
      <a:accent5>
        <a:srgbClr val="E3DDE3"/>
      </a:accent5>
      <a:accent6>
        <a:srgbClr val="CEC2CE"/>
      </a:accent6>
      <a:hlink>
        <a:srgbClr val="0076E0"/>
      </a:hlink>
      <a:folHlink>
        <a:srgbClr val="0076E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BDDFF13177D4693F09005414741AC" ma:contentTypeVersion="16" ma:contentTypeDescription="Een nieuw document maken." ma:contentTypeScope="" ma:versionID="33037f5bb784e1698fd0db20cc9a8069">
  <xsd:schema xmlns:xsd="http://www.w3.org/2001/XMLSchema" xmlns:xs="http://www.w3.org/2001/XMLSchema" xmlns:p="http://schemas.microsoft.com/office/2006/metadata/properties" xmlns:ns2="21c6a3c2-85dc-415e-b19c-ed765145eaa0" xmlns:ns3="5f10e6fc-3965-4692-85c0-a22e654cbe88" targetNamespace="http://schemas.microsoft.com/office/2006/metadata/properties" ma:root="true" ma:fieldsID="eb568e36c570e8f8199ab6d940aec717" ns2:_="" ns3:_="">
    <xsd:import namespace="21c6a3c2-85dc-415e-b19c-ed765145eaa0"/>
    <xsd:import namespace="5f10e6fc-3965-4692-85c0-a22e654cb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6a3c2-85dc-415e-b19c-ed765145ea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0e6fc-3965-4692-85c0-a22e654cbe8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f424c50-8714-4e66-b925-29729f9b0040}" ma:internalName="TaxCatchAll" ma:showField="CatchAllData" ma:web="5f10e6fc-3965-4692-85c0-a22e654cb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10e6fc-3965-4692-85c0-a22e654cbe88" xsi:nil="true"/>
    <lcf76f155ced4ddcb4097134ff3c332f xmlns="21c6a3c2-85dc-415e-b19c-ed765145eaa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3316C1-294E-43E7-9AC5-5F7F29601D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c6a3c2-85dc-415e-b19c-ed765145eaa0"/>
    <ds:schemaRef ds:uri="5f10e6fc-3965-4692-85c0-a22e654cbe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7A1D97-0C09-49B8-B2A8-2A8D30789770}">
  <ds:schemaRefs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21c6a3c2-85dc-415e-b19c-ed765145eaa0"/>
    <ds:schemaRef ds:uri="http://schemas.microsoft.com/office/2006/metadata/properties"/>
    <ds:schemaRef ds:uri="5f10e6fc-3965-4692-85c0-a22e654cbe8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C13B590-855D-47C7-8F67-C2FA336E3B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PPT-FontysPRO</Template>
  <TotalTime>388</TotalTime>
  <Words>282</Words>
  <Application>Microsoft Macintosh PowerPoint</Application>
  <PresentationFormat>Diavoorstelling (16:9)</PresentationFormat>
  <Paragraphs>28</Paragraphs>
  <Slides>8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4" baseType="lpstr">
      <vt:lpstr>Arial</vt:lpstr>
      <vt:lpstr>Calibri</vt:lpstr>
      <vt:lpstr>Frutiger LT Pro 55 Roman</vt:lpstr>
      <vt:lpstr>Roboto</vt:lpstr>
      <vt:lpstr>Roboto Medium</vt:lpstr>
      <vt:lpstr>Fontys Pro Corporate</vt:lpstr>
      <vt:lpstr>Informatie en uitleg vooraf</vt:lpstr>
      <vt:lpstr>TITELBLAD VAN DE POWERPOINT</vt:lpstr>
      <vt:lpstr>PowerPoint-presentatie</vt:lpstr>
      <vt:lpstr>PowerPoint-presentatie</vt:lpstr>
      <vt:lpstr>Vervolgpagina</vt:lpstr>
      <vt:lpstr>Vervolgpagina</vt:lpstr>
      <vt:lpstr>PowerPoint-presentatie</vt:lpstr>
      <vt:lpstr>PowerPoint-presentatie</vt:lpstr>
    </vt:vector>
  </TitlesOfParts>
  <Manager/>
  <Company>Fontys Hogescholen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Rationale</dc:title>
  <dc:subject>Voor vooruitdenkers</dc:subject>
  <dc:creator>Vos-Beckers,Bianca B.L.L.</dc:creator>
  <cp:keywords/>
  <dc:description>Fontys Hogeschool - Copyright</dc:description>
  <cp:lastModifiedBy>Vos-Beckers,Bianca B.L.L.</cp:lastModifiedBy>
  <cp:revision>9</cp:revision>
  <cp:lastPrinted>2014-08-19T14:33:34Z</cp:lastPrinted>
  <dcterms:created xsi:type="dcterms:W3CDTF">2019-08-22T09:46:33Z</dcterms:created>
  <dcterms:modified xsi:type="dcterms:W3CDTF">2023-03-15T13:01:05Z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0x010100C6E9243D60AD1445BC3D0D3F3CCCB4E1</vt:lpwstr>
  </property>
  <property fmtid="{D5CDD505-2E9C-101B-9397-08002B2CF9AE}" pid="3" name="MediaServiceImageTags">
    <vt:lpwstr/>
  </property>
</Properties>
</file>
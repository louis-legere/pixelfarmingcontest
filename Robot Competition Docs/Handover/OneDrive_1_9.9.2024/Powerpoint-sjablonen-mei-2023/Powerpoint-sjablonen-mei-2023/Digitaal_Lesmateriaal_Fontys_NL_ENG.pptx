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21" r:id="rId4"/>
    <p:sldMasterId id="2147483874" r:id="rId5"/>
  </p:sldMasterIdLst>
  <p:notesMasterIdLst>
    <p:notesMasterId r:id="rId18"/>
  </p:notesMasterIdLst>
  <p:handoutMasterIdLst>
    <p:handoutMasterId r:id="rId19"/>
  </p:handoutMasterIdLst>
  <p:sldIdLst>
    <p:sldId id="261" r:id="rId6"/>
    <p:sldId id="267" r:id="rId7"/>
    <p:sldId id="262" r:id="rId8"/>
    <p:sldId id="289" r:id="rId9"/>
    <p:sldId id="290" r:id="rId10"/>
    <p:sldId id="291" r:id="rId11"/>
    <p:sldId id="292" r:id="rId12"/>
    <p:sldId id="293" r:id="rId13"/>
    <p:sldId id="294" r:id="rId14"/>
    <p:sldId id="295" r:id="rId15"/>
    <p:sldId id="296" r:id="rId16"/>
    <p:sldId id="297" r:id="rId17"/>
  </p:sldIdLst>
  <p:sldSz cx="9144000" cy="5143500" type="screen16x9"/>
  <p:notesSz cx="6858000" cy="9144000"/>
  <p:defaultTextStyle>
    <a:defPPr>
      <a:defRPr lang="nl-NL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igitaal lesmateriaal" id="{97379956-3CDE-ED48-9E51-F6C755702701}">
          <p14:sldIdLst>
            <p14:sldId id="261"/>
            <p14:sldId id="267"/>
            <p14:sldId id="262"/>
            <p14:sldId id="289"/>
            <p14:sldId id="290"/>
            <p14:sldId id="291"/>
          </p14:sldIdLst>
        </p14:section>
        <p14:section name="Digital teaching material" id="{9781FA55-FDD2-3B49-ACE0-F06226472F7A}">
          <p14:sldIdLst>
            <p14:sldId id="292"/>
            <p14:sldId id="293"/>
            <p14:sldId id="294"/>
            <p14:sldId id="295"/>
            <p14:sldId id="296"/>
            <p14:sldId id="297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prnWhat="handouts2" frameSlides="1"/>
  <p:clrMru>
    <a:srgbClr val="6633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248" autoAdjust="0"/>
    <p:restoredTop sz="94694" autoAdjust="0"/>
  </p:normalViewPr>
  <p:slideViewPr>
    <p:cSldViewPr snapToGrid="0" snapToObjects="1">
      <p:cViewPr varScale="1">
        <p:scale>
          <a:sx n="161" d="100"/>
          <a:sy n="161" d="100"/>
        </p:scale>
        <p:origin x="552" y="200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microsoft.com/office/2016/11/relationships/changesInfo" Target="changesInfos/changesInfo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tableStyles" Target="tableStyles.xml"/><Relationship Id="rId10" Type="http://schemas.openxmlformats.org/officeDocument/2006/relationships/slide" Target="slides/slide5.xml"/><Relationship Id="rId19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os-Beckers,Bianca B.L.L." userId="767acb9b-f668-429f-b52e-bf151984a7b0" providerId="ADAL" clId="{9863807F-3CF0-1540-A8FF-B5C7ABE79417}"/>
    <pc:docChg chg="undo custSel modMainMaster">
      <pc:chgData name="Vos-Beckers,Bianca B.L.L." userId="767acb9b-f668-429f-b52e-bf151984a7b0" providerId="ADAL" clId="{9863807F-3CF0-1540-A8FF-B5C7ABE79417}" dt="2023-03-08T10:47:32.198" v="36" actId="255"/>
      <pc:docMkLst>
        <pc:docMk/>
      </pc:docMkLst>
      <pc:sldMasterChg chg="modSp modSldLayout">
        <pc:chgData name="Vos-Beckers,Bianca B.L.L." userId="767acb9b-f668-429f-b52e-bf151984a7b0" providerId="ADAL" clId="{9863807F-3CF0-1540-A8FF-B5C7ABE79417}" dt="2023-03-08T10:44:30.327" v="17" actId="255"/>
        <pc:sldMasterMkLst>
          <pc:docMk/>
          <pc:sldMasterMk cId="3299562382" sldId="2147483821"/>
        </pc:sldMasterMkLst>
        <pc:spChg chg="mod">
          <ac:chgData name="Vos-Beckers,Bianca B.L.L." userId="767acb9b-f668-429f-b52e-bf151984a7b0" providerId="ADAL" clId="{9863807F-3CF0-1540-A8FF-B5C7ABE79417}" dt="2023-03-08T10:40:01.184" v="2" actId="2711"/>
          <ac:spMkLst>
            <pc:docMk/>
            <pc:sldMasterMk cId="3299562382" sldId="2147483821"/>
            <ac:spMk id="2" creationId="{00000000-0000-0000-0000-000000000000}"/>
          </ac:spMkLst>
        </pc:spChg>
        <pc:spChg chg="mod">
          <ac:chgData name="Vos-Beckers,Bianca B.L.L." userId="767acb9b-f668-429f-b52e-bf151984a7b0" providerId="ADAL" clId="{9863807F-3CF0-1540-A8FF-B5C7ABE79417}" dt="2023-03-08T10:40:09.964" v="3" actId="255"/>
          <ac:spMkLst>
            <pc:docMk/>
            <pc:sldMasterMk cId="3299562382" sldId="2147483821"/>
            <ac:spMk id="3" creationId="{00000000-0000-0000-0000-000000000000}"/>
          </ac:spMkLst>
        </pc:spChg>
        <pc:spChg chg="mod">
          <ac:chgData name="Vos-Beckers,Bianca B.L.L." userId="767acb9b-f668-429f-b52e-bf151984a7b0" providerId="ADAL" clId="{9863807F-3CF0-1540-A8FF-B5C7ABE79417}" dt="2023-03-08T10:40:14.302" v="4" actId="255"/>
          <ac:spMkLst>
            <pc:docMk/>
            <pc:sldMasterMk cId="3299562382" sldId="2147483821"/>
            <ac:spMk id="10" creationId="{00000000-0000-0000-0000-000000000000}"/>
          </ac:spMkLst>
        </pc:spChg>
        <pc:spChg chg="mod">
          <ac:chgData name="Vos-Beckers,Bianca B.L.L." userId="767acb9b-f668-429f-b52e-bf151984a7b0" providerId="ADAL" clId="{9863807F-3CF0-1540-A8FF-B5C7ABE79417}" dt="2023-03-08T10:40:18.953" v="5" actId="255"/>
          <ac:spMkLst>
            <pc:docMk/>
            <pc:sldMasterMk cId="3299562382" sldId="2147483821"/>
            <ac:spMk id="11" creationId="{00000000-0000-0000-0000-000000000000}"/>
          </ac:spMkLst>
        </pc:spChg>
        <pc:sldLayoutChg chg="modSp">
          <pc:chgData name="Vos-Beckers,Bianca B.L.L." userId="767acb9b-f668-429f-b52e-bf151984a7b0" providerId="ADAL" clId="{9863807F-3CF0-1540-A8FF-B5C7ABE79417}" dt="2023-03-08T10:43:14.545" v="13" actId="255"/>
          <pc:sldLayoutMkLst>
            <pc:docMk/>
            <pc:sldMasterMk cId="3299562382" sldId="2147483821"/>
            <pc:sldLayoutMk cId="4130621892" sldId="2147483823"/>
          </pc:sldLayoutMkLst>
          <pc:spChg chg="mod">
            <ac:chgData name="Vos-Beckers,Bianca B.L.L." userId="767acb9b-f668-429f-b52e-bf151984a7b0" providerId="ADAL" clId="{9863807F-3CF0-1540-A8FF-B5C7ABE79417}" dt="2023-03-08T10:43:14.545" v="13" actId="255"/>
            <ac:spMkLst>
              <pc:docMk/>
              <pc:sldMasterMk cId="3299562382" sldId="2147483821"/>
              <pc:sldLayoutMk cId="4130621892" sldId="2147483823"/>
              <ac:spMk id="3" creationId="{00000000-0000-0000-0000-000000000000}"/>
            </ac:spMkLst>
          </pc:spChg>
        </pc:sldLayoutChg>
        <pc:sldLayoutChg chg="modSp mod">
          <pc:chgData name="Vos-Beckers,Bianca B.L.L." userId="767acb9b-f668-429f-b52e-bf151984a7b0" providerId="ADAL" clId="{9863807F-3CF0-1540-A8FF-B5C7ABE79417}" dt="2023-03-08T10:43:56.849" v="15"/>
          <pc:sldLayoutMkLst>
            <pc:docMk/>
            <pc:sldMasterMk cId="3299562382" sldId="2147483821"/>
            <pc:sldLayoutMk cId="2980278027" sldId="2147483825"/>
          </pc:sldLayoutMkLst>
          <pc:spChg chg="mod">
            <ac:chgData name="Vos-Beckers,Bianca B.L.L." userId="767acb9b-f668-429f-b52e-bf151984a7b0" providerId="ADAL" clId="{9863807F-3CF0-1540-A8FF-B5C7ABE79417}" dt="2023-03-08T10:43:56.849" v="15"/>
            <ac:spMkLst>
              <pc:docMk/>
              <pc:sldMasterMk cId="3299562382" sldId="2147483821"/>
              <pc:sldLayoutMk cId="2980278027" sldId="2147483825"/>
              <ac:spMk id="2" creationId="{00000000-0000-0000-0000-000000000000}"/>
            </ac:spMkLst>
          </pc:spChg>
        </pc:sldLayoutChg>
        <pc:sldLayoutChg chg="modSp">
          <pc:chgData name="Vos-Beckers,Bianca B.L.L." userId="767acb9b-f668-429f-b52e-bf151984a7b0" providerId="ADAL" clId="{9863807F-3CF0-1540-A8FF-B5C7ABE79417}" dt="2023-03-08T10:44:30.327" v="17" actId="255"/>
          <pc:sldLayoutMkLst>
            <pc:docMk/>
            <pc:sldMasterMk cId="3299562382" sldId="2147483821"/>
            <pc:sldLayoutMk cId="3220939319" sldId="2147483830"/>
          </pc:sldLayoutMkLst>
          <pc:spChg chg="mod">
            <ac:chgData name="Vos-Beckers,Bianca B.L.L." userId="767acb9b-f668-429f-b52e-bf151984a7b0" providerId="ADAL" clId="{9863807F-3CF0-1540-A8FF-B5C7ABE79417}" dt="2023-03-08T10:44:30.327" v="17" actId="255"/>
            <ac:spMkLst>
              <pc:docMk/>
              <pc:sldMasterMk cId="3299562382" sldId="2147483821"/>
              <pc:sldLayoutMk cId="3220939319" sldId="2147483830"/>
              <ac:spMk id="2" creationId="{00000000-0000-0000-0000-000000000000}"/>
            </ac:spMkLst>
          </pc:spChg>
          <pc:spChg chg="mod">
            <ac:chgData name="Vos-Beckers,Bianca B.L.L." userId="767acb9b-f668-429f-b52e-bf151984a7b0" providerId="ADAL" clId="{9863807F-3CF0-1540-A8FF-B5C7ABE79417}" dt="2023-03-08T10:44:16.263" v="16" actId="255"/>
            <ac:spMkLst>
              <pc:docMk/>
              <pc:sldMasterMk cId="3299562382" sldId="2147483821"/>
              <pc:sldLayoutMk cId="3220939319" sldId="2147483830"/>
              <ac:spMk id="3" creationId="{00000000-0000-0000-0000-000000000000}"/>
            </ac:spMkLst>
          </pc:spChg>
        </pc:sldLayoutChg>
        <pc:sldLayoutChg chg="modSp">
          <pc:chgData name="Vos-Beckers,Bianca B.L.L." userId="767acb9b-f668-429f-b52e-bf151984a7b0" providerId="ADAL" clId="{9863807F-3CF0-1540-A8FF-B5C7ABE79417}" dt="2023-03-08T10:41:48" v="9" actId="255"/>
          <pc:sldLayoutMkLst>
            <pc:docMk/>
            <pc:sldMasterMk cId="3299562382" sldId="2147483821"/>
            <pc:sldLayoutMk cId="0" sldId="2147483832"/>
          </pc:sldLayoutMkLst>
          <pc:spChg chg="mod">
            <ac:chgData name="Vos-Beckers,Bianca B.L.L." userId="767acb9b-f668-429f-b52e-bf151984a7b0" providerId="ADAL" clId="{9863807F-3CF0-1540-A8FF-B5C7ABE79417}" dt="2023-03-08T10:41:48" v="9" actId="255"/>
            <ac:spMkLst>
              <pc:docMk/>
              <pc:sldMasterMk cId="3299562382" sldId="2147483821"/>
              <pc:sldLayoutMk cId="0" sldId="2147483832"/>
              <ac:spMk id="12" creationId="{00000000-0000-0000-0000-000000000000}"/>
            </ac:spMkLst>
          </pc:spChg>
        </pc:sldLayoutChg>
        <pc:sldLayoutChg chg="modSp">
          <pc:chgData name="Vos-Beckers,Bianca B.L.L." userId="767acb9b-f668-429f-b52e-bf151984a7b0" providerId="ADAL" clId="{9863807F-3CF0-1540-A8FF-B5C7ABE79417}" dt="2023-03-08T10:42:05.403" v="11" actId="255"/>
          <pc:sldLayoutMkLst>
            <pc:docMk/>
            <pc:sldMasterMk cId="3299562382" sldId="2147483821"/>
            <pc:sldLayoutMk cId="0" sldId="2147483833"/>
          </pc:sldLayoutMkLst>
          <pc:spChg chg="mod">
            <ac:chgData name="Vos-Beckers,Bianca B.L.L." userId="767acb9b-f668-429f-b52e-bf151984a7b0" providerId="ADAL" clId="{9863807F-3CF0-1540-A8FF-B5C7ABE79417}" dt="2023-03-08T10:42:05.403" v="11" actId="255"/>
            <ac:spMkLst>
              <pc:docMk/>
              <pc:sldMasterMk cId="3299562382" sldId="2147483821"/>
              <pc:sldLayoutMk cId="0" sldId="2147483833"/>
              <ac:spMk id="14" creationId="{00000000-0000-0000-0000-000000000000}"/>
            </ac:spMkLst>
          </pc:spChg>
        </pc:sldLayoutChg>
        <pc:sldLayoutChg chg="modSp">
          <pc:chgData name="Vos-Beckers,Bianca B.L.L." userId="767acb9b-f668-429f-b52e-bf151984a7b0" providerId="ADAL" clId="{9863807F-3CF0-1540-A8FF-B5C7ABE79417}" dt="2023-03-08T10:41:23.521" v="7" actId="255"/>
          <pc:sldLayoutMkLst>
            <pc:docMk/>
            <pc:sldMasterMk cId="3299562382" sldId="2147483821"/>
            <pc:sldLayoutMk cId="0" sldId="2147483834"/>
          </pc:sldLayoutMkLst>
          <pc:spChg chg="mod">
            <ac:chgData name="Vos-Beckers,Bianca B.L.L." userId="767acb9b-f668-429f-b52e-bf151984a7b0" providerId="ADAL" clId="{9863807F-3CF0-1540-A8FF-B5C7ABE79417}" dt="2023-03-08T10:41:23.521" v="7" actId="255"/>
            <ac:spMkLst>
              <pc:docMk/>
              <pc:sldMasterMk cId="3299562382" sldId="2147483821"/>
              <pc:sldLayoutMk cId="0" sldId="2147483834"/>
              <ac:spMk id="12" creationId="{00000000-0000-0000-0000-000000000000}"/>
            </ac:spMkLst>
          </pc:spChg>
        </pc:sldLayoutChg>
      </pc:sldMasterChg>
      <pc:sldMasterChg chg="modSp modSldLayout">
        <pc:chgData name="Vos-Beckers,Bianca B.L.L." userId="767acb9b-f668-429f-b52e-bf151984a7b0" providerId="ADAL" clId="{9863807F-3CF0-1540-A8FF-B5C7ABE79417}" dt="2023-03-08T10:47:32.198" v="36" actId="255"/>
        <pc:sldMasterMkLst>
          <pc:docMk/>
          <pc:sldMasterMk cId="3137872258" sldId="2147483874"/>
        </pc:sldMasterMkLst>
        <pc:spChg chg="mod">
          <ac:chgData name="Vos-Beckers,Bianca B.L.L." userId="767acb9b-f668-429f-b52e-bf151984a7b0" providerId="ADAL" clId="{9863807F-3CF0-1540-A8FF-B5C7ABE79417}" dt="2023-03-08T10:45:16.365" v="22" actId="2711"/>
          <ac:spMkLst>
            <pc:docMk/>
            <pc:sldMasterMk cId="3137872258" sldId="2147483874"/>
            <ac:spMk id="2" creationId="{00000000-0000-0000-0000-000000000000}"/>
          </ac:spMkLst>
        </pc:spChg>
        <pc:spChg chg="mod">
          <ac:chgData name="Vos-Beckers,Bianca B.L.L." userId="767acb9b-f668-429f-b52e-bf151984a7b0" providerId="ADAL" clId="{9863807F-3CF0-1540-A8FF-B5C7ABE79417}" dt="2023-03-08T10:44:54.077" v="19" actId="255"/>
          <ac:spMkLst>
            <pc:docMk/>
            <pc:sldMasterMk cId="3137872258" sldId="2147483874"/>
            <ac:spMk id="3" creationId="{00000000-0000-0000-0000-000000000000}"/>
          </ac:spMkLst>
        </pc:spChg>
        <pc:spChg chg="mod">
          <ac:chgData name="Vos-Beckers,Bianca B.L.L." userId="767acb9b-f668-429f-b52e-bf151984a7b0" providerId="ADAL" clId="{9863807F-3CF0-1540-A8FF-B5C7ABE79417}" dt="2023-03-08T10:44:57.328" v="20" actId="255"/>
          <ac:spMkLst>
            <pc:docMk/>
            <pc:sldMasterMk cId="3137872258" sldId="2147483874"/>
            <ac:spMk id="10" creationId="{00000000-0000-0000-0000-000000000000}"/>
          </ac:spMkLst>
        </pc:spChg>
        <pc:spChg chg="mod">
          <ac:chgData name="Vos-Beckers,Bianca B.L.L." userId="767acb9b-f668-429f-b52e-bf151984a7b0" providerId="ADAL" clId="{9863807F-3CF0-1540-A8FF-B5C7ABE79417}" dt="2023-03-08T10:45:01.549" v="21" actId="255"/>
          <ac:spMkLst>
            <pc:docMk/>
            <pc:sldMasterMk cId="3137872258" sldId="2147483874"/>
            <ac:spMk id="11" creationId="{00000000-0000-0000-0000-000000000000}"/>
          </ac:spMkLst>
        </pc:spChg>
        <pc:sldLayoutChg chg="modSp">
          <pc:chgData name="Vos-Beckers,Bianca B.L.L." userId="767acb9b-f668-429f-b52e-bf151984a7b0" providerId="ADAL" clId="{9863807F-3CF0-1540-A8FF-B5C7ABE79417}" dt="2023-03-08T10:45:34.263" v="24" actId="255"/>
          <pc:sldLayoutMkLst>
            <pc:docMk/>
            <pc:sldMasterMk cId="3137872258" sldId="2147483874"/>
            <pc:sldLayoutMk cId="2349439488" sldId="2147483878"/>
          </pc:sldLayoutMkLst>
          <pc:spChg chg="mod">
            <ac:chgData name="Vos-Beckers,Bianca B.L.L." userId="767acb9b-f668-429f-b52e-bf151984a7b0" providerId="ADAL" clId="{9863807F-3CF0-1540-A8FF-B5C7ABE79417}" dt="2023-03-08T10:45:34.263" v="24" actId="255"/>
            <ac:spMkLst>
              <pc:docMk/>
              <pc:sldMasterMk cId="3137872258" sldId="2147483874"/>
              <pc:sldLayoutMk cId="2349439488" sldId="2147483878"/>
              <ac:spMk id="12" creationId="{00000000-0000-0000-0000-000000000000}"/>
            </ac:spMkLst>
          </pc:spChg>
        </pc:sldLayoutChg>
        <pc:sldLayoutChg chg="modSp mod">
          <pc:chgData name="Vos-Beckers,Bianca B.L.L." userId="767acb9b-f668-429f-b52e-bf151984a7b0" providerId="ADAL" clId="{9863807F-3CF0-1540-A8FF-B5C7ABE79417}" dt="2023-03-08T10:45:59.362" v="27" actId="255"/>
          <pc:sldLayoutMkLst>
            <pc:docMk/>
            <pc:sldMasterMk cId="3137872258" sldId="2147483874"/>
            <pc:sldLayoutMk cId="4289389173" sldId="2147483879"/>
          </pc:sldLayoutMkLst>
          <pc:spChg chg="mod">
            <ac:chgData name="Vos-Beckers,Bianca B.L.L." userId="767acb9b-f668-429f-b52e-bf151984a7b0" providerId="ADAL" clId="{9863807F-3CF0-1540-A8FF-B5C7ABE79417}" dt="2023-03-08T10:45:59.362" v="27" actId="255"/>
            <ac:spMkLst>
              <pc:docMk/>
              <pc:sldMasterMk cId="3137872258" sldId="2147483874"/>
              <pc:sldLayoutMk cId="4289389173" sldId="2147483879"/>
              <ac:spMk id="12" creationId="{00000000-0000-0000-0000-000000000000}"/>
            </ac:spMkLst>
          </pc:spChg>
          <pc:picChg chg="mod">
            <ac:chgData name="Vos-Beckers,Bianca B.L.L." userId="767acb9b-f668-429f-b52e-bf151984a7b0" providerId="ADAL" clId="{9863807F-3CF0-1540-A8FF-B5C7ABE79417}" dt="2023-03-08T10:45:42.477" v="25" actId="1076"/>
            <ac:picMkLst>
              <pc:docMk/>
              <pc:sldMasterMk cId="3137872258" sldId="2147483874"/>
              <pc:sldLayoutMk cId="4289389173" sldId="2147483879"/>
              <ac:picMk id="8" creationId="{4D53B0FF-90BE-8B47-BCBC-74611B36BC2C}"/>
            </ac:picMkLst>
          </pc:picChg>
        </pc:sldLayoutChg>
        <pc:sldLayoutChg chg="modSp mod">
          <pc:chgData name="Vos-Beckers,Bianca B.L.L." userId="767acb9b-f668-429f-b52e-bf151984a7b0" providerId="ADAL" clId="{9863807F-3CF0-1540-A8FF-B5C7ABE79417}" dt="2023-03-08T10:46:44.997" v="32" actId="255"/>
          <pc:sldLayoutMkLst>
            <pc:docMk/>
            <pc:sldMasterMk cId="3137872258" sldId="2147483874"/>
            <pc:sldLayoutMk cId="2497994957" sldId="2147483880"/>
          </pc:sldLayoutMkLst>
          <pc:spChg chg="mod">
            <ac:chgData name="Vos-Beckers,Bianca B.L.L." userId="767acb9b-f668-429f-b52e-bf151984a7b0" providerId="ADAL" clId="{9863807F-3CF0-1540-A8FF-B5C7ABE79417}" dt="2023-03-08T10:46:44.997" v="32" actId="255"/>
            <ac:spMkLst>
              <pc:docMk/>
              <pc:sldMasterMk cId="3137872258" sldId="2147483874"/>
              <pc:sldLayoutMk cId="2497994957" sldId="2147483880"/>
              <ac:spMk id="14" creationId="{00000000-0000-0000-0000-000000000000}"/>
            </ac:spMkLst>
          </pc:spChg>
        </pc:sldLayoutChg>
        <pc:sldLayoutChg chg="modSp">
          <pc:chgData name="Vos-Beckers,Bianca B.L.L." userId="767acb9b-f668-429f-b52e-bf151984a7b0" providerId="ADAL" clId="{9863807F-3CF0-1540-A8FF-B5C7ABE79417}" dt="2023-03-08T10:47:06.492" v="34" actId="255"/>
          <pc:sldLayoutMkLst>
            <pc:docMk/>
            <pc:sldMasterMk cId="3137872258" sldId="2147483874"/>
            <pc:sldLayoutMk cId="975141007" sldId="2147483881"/>
          </pc:sldLayoutMkLst>
          <pc:spChg chg="mod">
            <ac:chgData name="Vos-Beckers,Bianca B.L.L." userId="767acb9b-f668-429f-b52e-bf151984a7b0" providerId="ADAL" clId="{9863807F-3CF0-1540-A8FF-B5C7ABE79417}" dt="2023-03-08T10:47:06.492" v="34" actId="255"/>
            <ac:spMkLst>
              <pc:docMk/>
              <pc:sldMasterMk cId="3137872258" sldId="2147483874"/>
              <pc:sldLayoutMk cId="975141007" sldId="2147483881"/>
              <ac:spMk id="3" creationId="{00000000-0000-0000-0000-000000000000}"/>
            </ac:spMkLst>
          </pc:spChg>
        </pc:sldLayoutChg>
        <pc:sldLayoutChg chg="modSp">
          <pc:chgData name="Vos-Beckers,Bianca B.L.L." userId="767acb9b-f668-429f-b52e-bf151984a7b0" providerId="ADAL" clId="{9863807F-3CF0-1540-A8FF-B5C7ABE79417}" dt="2023-03-08T10:47:32.198" v="36" actId="255"/>
          <pc:sldLayoutMkLst>
            <pc:docMk/>
            <pc:sldMasterMk cId="3137872258" sldId="2147483874"/>
            <pc:sldLayoutMk cId="2366709362" sldId="2147483883"/>
          </pc:sldLayoutMkLst>
          <pc:spChg chg="mod">
            <ac:chgData name="Vos-Beckers,Bianca B.L.L." userId="767acb9b-f668-429f-b52e-bf151984a7b0" providerId="ADAL" clId="{9863807F-3CF0-1540-A8FF-B5C7ABE79417}" dt="2023-03-08T10:47:32.198" v="36" actId="255"/>
            <ac:spMkLst>
              <pc:docMk/>
              <pc:sldMasterMk cId="3137872258" sldId="2147483874"/>
              <pc:sldLayoutMk cId="2366709362" sldId="2147483883"/>
              <ac:spMk id="2" creationId="{00000000-0000-0000-0000-000000000000}"/>
            </ac:spMkLst>
          </pc:spChg>
          <pc:spChg chg="mod">
            <ac:chgData name="Vos-Beckers,Bianca B.L.L." userId="767acb9b-f668-429f-b52e-bf151984a7b0" providerId="ADAL" clId="{9863807F-3CF0-1540-A8FF-B5C7ABE79417}" dt="2023-03-08T10:47:28.729" v="35" actId="255"/>
            <ac:spMkLst>
              <pc:docMk/>
              <pc:sldMasterMk cId="3137872258" sldId="2147483874"/>
              <pc:sldLayoutMk cId="2366709362" sldId="2147483883"/>
              <ac:spMk id="3" creationId="{00000000-0000-0000-0000-000000000000}"/>
            </ac:spMkLst>
          </pc:spChg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 dirty="0">
              <a:latin typeface="Roboto" panose="02000000000000000000" pitchFamily="2" charset="0"/>
            </a:endParaRPr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845046B-E3A6-4E43-9D24-8C38ABDF8202}" type="datetimeFigureOut">
              <a:rPr lang="nl-NL">
                <a:latin typeface="Roboto" panose="02000000000000000000" pitchFamily="2" charset="0"/>
              </a:rPr>
              <a:t>08-03-2023</a:t>
            </a:fld>
            <a:endParaRPr lang="nl-NL" dirty="0">
              <a:latin typeface="Roboto" panose="02000000000000000000" pitchFamily="2" charset="0"/>
            </a:endParaRPr>
          </a:p>
        </p:txBody>
      </p:sp>
      <p:sp>
        <p:nvSpPr>
          <p:cNvPr id="4" name="Tijdelijke aanduiding voor voettekst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 dirty="0">
              <a:latin typeface="Roboto" panose="02000000000000000000" pitchFamily="2" charset="0"/>
            </a:endParaRPr>
          </a:p>
        </p:txBody>
      </p:sp>
      <p:sp>
        <p:nvSpPr>
          <p:cNvPr id="5" name="Tijdelijke aanduiding voor dianumm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D2CFB6-CBE2-1D40-B0FD-77D0D9479B87}" type="slidenum">
              <a:rPr>
                <a:latin typeface="Roboto" panose="02000000000000000000" pitchFamily="2" charset="0"/>
              </a:rPr>
              <a:t>‹nr.›</a:t>
            </a:fld>
            <a:endParaRPr lang="nl-NL" dirty="0">
              <a:latin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842573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Roboto" panose="02000000000000000000" pitchFamily="2" charset="0"/>
              </a:defRPr>
            </a:lvl1pPr>
          </a:lstStyle>
          <a:p>
            <a:endParaRPr lang="nl-NL" dirty="0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Roboto" panose="02000000000000000000" pitchFamily="2" charset="0"/>
              </a:defRPr>
            </a:lvl1pPr>
          </a:lstStyle>
          <a:p>
            <a:fld id="{01181FFB-193A-004A-8F01-EDDF22D7C2C9}" type="datetimeFigureOut">
              <a:rPr lang="nl-NL" smtClean="0"/>
              <a:pPr/>
              <a:t>08-03-2023</a:t>
            </a:fld>
            <a:endParaRPr lang="nl-NL" dirty="0"/>
          </a:p>
        </p:txBody>
      </p:sp>
      <p:sp>
        <p:nvSpPr>
          <p:cNvPr id="4" name="Tijdelijke aanduiding voor dia-afbeelding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NL" dirty="0"/>
          </a:p>
        </p:txBody>
      </p:sp>
      <p:sp>
        <p:nvSpPr>
          <p:cNvPr id="5" name="Tijdelijke aanduiding voor notiti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l-NL" dirty="0"/>
              <a:t>Klik om de tekststijl van het model te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Roboto" panose="02000000000000000000" pitchFamily="2" charset="0"/>
              </a:defRPr>
            </a:lvl1pPr>
          </a:lstStyle>
          <a:p>
            <a:endParaRPr lang="nl-NL" dirty="0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Roboto" panose="02000000000000000000" pitchFamily="2" charset="0"/>
              </a:defRPr>
            </a:lvl1pPr>
          </a:lstStyle>
          <a:p>
            <a:fld id="{16E5B985-02CB-C043-BB52-8D24F3A71D81}" type="slidenum">
              <a:rPr lang="nl-NL" smtClean="0"/>
              <a:pPr/>
              <a:t>‹nr.›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8018749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b="0" i="0" kern="1200">
        <a:solidFill>
          <a:schemeClr val="tx1"/>
        </a:solidFill>
        <a:latin typeface="Roboto" panose="02000000000000000000" pitchFamily="2" charset="0"/>
        <a:ea typeface="+mn-ea"/>
        <a:cs typeface="+mn-cs"/>
      </a:defRPr>
    </a:lvl1pPr>
    <a:lvl2pPr marL="457200" algn="l" defTabSz="914400" rtl="0" eaLnBrk="1" latinLnBrk="0" hangingPunct="1">
      <a:defRPr sz="1200" b="0" i="0" kern="1200">
        <a:solidFill>
          <a:schemeClr val="tx1"/>
        </a:solidFill>
        <a:latin typeface="Roboto" panose="02000000000000000000" pitchFamily="2" charset="0"/>
        <a:ea typeface="+mn-ea"/>
        <a:cs typeface="+mn-cs"/>
      </a:defRPr>
    </a:lvl2pPr>
    <a:lvl3pPr marL="914400" algn="l" defTabSz="914400" rtl="0" eaLnBrk="1" latinLnBrk="0" hangingPunct="1">
      <a:defRPr sz="1200" b="0" i="0" kern="1200">
        <a:solidFill>
          <a:schemeClr val="tx1"/>
        </a:solidFill>
        <a:latin typeface="Roboto" panose="02000000000000000000" pitchFamily="2" charset="0"/>
        <a:ea typeface="+mn-ea"/>
        <a:cs typeface="+mn-cs"/>
      </a:defRPr>
    </a:lvl3pPr>
    <a:lvl4pPr marL="1371600" algn="l" defTabSz="914400" rtl="0" eaLnBrk="1" latinLnBrk="0" hangingPunct="1">
      <a:defRPr sz="1200" b="0" i="0" kern="1200">
        <a:solidFill>
          <a:schemeClr val="tx1"/>
        </a:solidFill>
        <a:latin typeface="Roboto" panose="02000000000000000000" pitchFamily="2" charset="0"/>
        <a:ea typeface="+mn-ea"/>
        <a:cs typeface="+mn-cs"/>
      </a:defRPr>
    </a:lvl4pPr>
    <a:lvl5pPr marL="1828800" algn="l" defTabSz="914400" rtl="0" eaLnBrk="1" latinLnBrk="0" hangingPunct="1">
      <a:defRPr sz="1200" b="0" i="0" kern="1200">
        <a:solidFill>
          <a:schemeClr val="tx1"/>
        </a:solidFill>
        <a:latin typeface="Roboto" panose="02000000000000000000" pitchFamily="2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oorblad-tekst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fbeelding 2"/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9" name="Tijdelijke aanduiding voor voettekst 5"/>
          <p:cNvSpPr>
            <a:spLocks noGrp="1"/>
          </p:cNvSpPr>
          <p:nvPr>
            <p:ph type="ftr" sz="quarter" idx="11"/>
          </p:nvPr>
        </p:nvSpPr>
        <p:spPr>
          <a:xfrm>
            <a:off x="1492468" y="4630341"/>
            <a:ext cx="6364800" cy="273844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rgbClr val="FFFFFF"/>
                </a:solidFill>
              </a:defRPr>
            </a:lvl1pPr>
          </a:lstStyle>
          <a:p>
            <a:endParaRPr lang="nl-NL" dirty="0"/>
          </a:p>
        </p:txBody>
      </p:sp>
      <p:sp>
        <p:nvSpPr>
          <p:cNvPr id="10" name="Tijdelijke aanduiding voor dianummer 6"/>
          <p:cNvSpPr>
            <a:spLocks noGrp="1"/>
          </p:cNvSpPr>
          <p:nvPr>
            <p:ph type="sldNum" sz="quarter" idx="12"/>
          </p:nvPr>
        </p:nvSpPr>
        <p:spPr>
          <a:xfrm>
            <a:off x="8103600" y="4629600"/>
            <a:ext cx="829797" cy="273844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rgbClr val="FFFFFF"/>
                </a:solidFill>
              </a:defRPr>
            </a:lvl1pPr>
          </a:lstStyle>
          <a:p>
            <a:fld id="{CC1A7FFB-7E9A-E347-8F80-8E2C647B3625}" type="slidenum">
              <a:rPr lang="nl-NL" smtClean="0"/>
              <a:pPr/>
              <a:t>‹nr.›</a:t>
            </a:fld>
            <a:endParaRPr lang="nl-NL" dirty="0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1492468" y="1137600"/>
            <a:ext cx="7440928" cy="85725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r>
              <a:rPr lang="nl-NL" dirty="0"/>
              <a:t>Titelstijl van model bewerken</a:t>
            </a:r>
          </a:p>
        </p:txBody>
      </p:sp>
      <p:sp>
        <p:nvSpPr>
          <p:cNvPr id="12" name="Tijdelijke aanduiding voor inhoud 2"/>
          <p:cNvSpPr>
            <a:spLocks noGrp="1"/>
          </p:cNvSpPr>
          <p:nvPr>
            <p:ph idx="1" hasCustomPrompt="1"/>
          </p:nvPr>
        </p:nvSpPr>
        <p:spPr>
          <a:xfrm>
            <a:off x="1492467" y="2044800"/>
            <a:ext cx="7440929" cy="2534400"/>
          </a:xfrm>
        </p:spPr>
        <p:txBody>
          <a:bodyPr/>
          <a:lstStyle>
            <a:lvl1pPr>
              <a:defRPr sz="2000" b="0" i="0">
                <a:latin typeface="Roboto" panose="02000000000000000000" pitchFamily="2" charset="0"/>
                <a:ea typeface="Roboto" panose="02000000000000000000" pitchFamily="2" charset="0"/>
                <a:cs typeface="Arial"/>
              </a:defRPr>
            </a:lvl1pPr>
            <a:lvl2pPr>
              <a:defRPr sz="1800">
                <a:latin typeface="Roboto" panose="02000000000000000000" pitchFamily="2" charset="0"/>
                <a:ea typeface="Roboto" panose="02000000000000000000" pitchFamily="2" charset="0"/>
              </a:defRPr>
            </a:lvl2pPr>
          </a:lstStyle>
          <a:p>
            <a:pPr lvl="0"/>
            <a:r>
              <a:rPr lang="nl-NL" dirty="0"/>
              <a:t>Klik om de tekststijl van het sjabloon te bewerken</a:t>
            </a:r>
          </a:p>
          <a:p>
            <a:pPr lvl="1"/>
            <a:r>
              <a:rPr lang="nl-NL" dirty="0"/>
              <a:t>Tweede niveau</a:t>
            </a:r>
          </a:p>
        </p:txBody>
      </p:sp>
      <p:pic>
        <p:nvPicPr>
          <p:cNvPr id="8" name="Afbeelding 7">
            <a:extLst>
              <a:ext uri="{FF2B5EF4-FFF2-40B4-BE49-F238E27FC236}">
                <a16:creationId xmlns:a16="http://schemas.microsoft.com/office/drawing/2014/main" id="{6D8C0697-CB75-2B4B-A4B7-9ABE1184528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864000" y="190800"/>
            <a:ext cx="1082675" cy="67627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oorblad-tekst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fbeelding 2"/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" y="0"/>
            <a:ext cx="9143998" cy="5143499"/>
          </a:xfrm>
          <a:prstGeom prst="rect">
            <a:avLst/>
          </a:prstGeom>
        </p:spPr>
      </p:pic>
      <p:sp>
        <p:nvSpPr>
          <p:cNvPr id="9" name="Tijdelijke aanduiding voor voettekst 5"/>
          <p:cNvSpPr>
            <a:spLocks noGrp="1"/>
          </p:cNvSpPr>
          <p:nvPr>
            <p:ph type="ftr" sz="quarter" idx="11"/>
          </p:nvPr>
        </p:nvSpPr>
        <p:spPr>
          <a:xfrm>
            <a:off x="1492468" y="4630341"/>
            <a:ext cx="6366115" cy="273844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rgbClr val="FFFFFF"/>
                </a:solidFill>
              </a:defRPr>
            </a:lvl1pPr>
          </a:lstStyle>
          <a:p>
            <a:endParaRPr lang="nl-NL" dirty="0"/>
          </a:p>
        </p:txBody>
      </p:sp>
      <p:sp>
        <p:nvSpPr>
          <p:cNvPr id="10" name="Tijdelijke aanduiding voor dianummer 6"/>
          <p:cNvSpPr>
            <a:spLocks noGrp="1"/>
          </p:cNvSpPr>
          <p:nvPr>
            <p:ph type="sldNum" sz="quarter" idx="12"/>
          </p:nvPr>
        </p:nvSpPr>
        <p:spPr>
          <a:xfrm>
            <a:off x="8103600" y="4629600"/>
            <a:ext cx="829797" cy="273844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rgbClr val="FFFFFF"/>
                </a:solidFill>
              </a:defRPr>
            </a:lvl1pPr>
          </a:lstStyle>
          <a:p>
            <a:fld id="{CC1A7FFB-7E9A-E347-8F80-8E2C647B3625}" type="slidenum">
              <a:rPr lang="nl-NL" smtClean="0"/>
              <a:pPr/>
              <a:t>‹nr.›</a:t>
            </a:fld>
            <a:endParaRPr lang="nl-NL" dirty="0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492468" y="1137600"/>
            <a:ext cx="7440928" cy="85725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r>
              <a:rPr lang="nl-NL" dirty="0"/>
              <a:t>Titelstijl van model bewerken</a:t>
            </a:r>
          </a:p>
        </p:txBody>
      </p:sp>
      <p:sp>
        <p:nvSpPr>
          <p:cNvPr id="12" name="Tijdelijke aanduiding voor inhoud 2"/>
          <p:cNvSpPr>
            <a:spLocks noGrp="1"/>
          </p:cNvSpPr>
          <p:nvPr>
            <p:ph idx="1" hasCustomPrompt="1"/>
          </p:nvPr>
        </p:nvSpPr>
        <p:spPr>
          <a:xfrm>
            <a:off x="1492467" y="2044800"/>
            <a:ext cx="7440929" cy="2534400"/>
          </a:xfrm>
        </p:spPr>
        <p:txBody>
          <a:bodyPr/>
          <a:lstStyle>
            <a:lvl1pPr>
              <a:defRPr sz="2000" b="0" i="0">
                <a:latin typeface="Roboto" panose="02000000000000000000" pitchFamily="2" charset="0"/>
                <a:ea typeface="Roboto" panose="02000000000000000000" pitchFamily="2" charset="0"/>
                <a:cs typeface="Arial"/>
              </a:defRPr>
            </a:lvl1pPr>
            <a:lvl2pPr>
              <a:defRPr sz="1800">
                <a:latin typeface="Roboto" panose="02000000000000000000" pitchFamily="2" charset="0"/>
                <a:ea typeface="Roboto" panose="02000000000000000000" pitchFamily="2" charset="0"/>
              </a:defRPr>
            </a:lvl2pPr>
          </a:lstStyle>
          <a:p>
            <a:pPr lvl="0"/>
            <a:r>
              <a:rPr lang="nl-NL" dirty="0"/>
              <a:t>Klik om de tekststijl van het sjabloon te bewerken</a:t>
            </a:r>
          </a:p>
          <a:p>
            <a:pPr lvl="1"/>
            <a:r>
              <a:rPr lang="nl-NL" dirty="0"/>
              <a:t>Tweede niveau</a:t>
            </a:r>
          </a:p>
        </p:txBody>
      </p:sp>
      <p:pic>
        <p:nvPicPr>
          <p:cNvPr id="8" name="Afbeelding 7">
            <a:extLst>
              <a:ext uri="{FF2B5EF4-FFF2-40B4-BE49-F238E27FC236}">
                <a16:creationId xmlns:a16="http://schemas.microsoft.com/office/drawing/2014/main" id="{53FA5AA9-4102-254D-A691-0523D8F345C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864000" y="190800"/>
            <a:ext cx="1082675" cy="67627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oorblad-tekst-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Afbeelding 6"/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8" name="Tijdelijke aanduiding voor voettekst 4"/>
          <p:cNvSpPr>
            <a:spLocks noGrp="1"/>
          </p:cNvSpPr>
          <p:nvPr>
            <p:ph type="ftr" sz="quarter" idx="11"/>
          </p:nvPr>
        </p:nvSpPr>
        <p:spPr>
          <a:xfrm>
            <a:off x="1494000" y="4630341"/>
            <a:ext cx="6364800" cy="273844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endParaRPr lang="nl-NL" dirty="0"/>
          </a:p>
        </p:txBody>
      </p:sp>
      <p:sp>
        <p:nvSpPr>
          <p:cNvPr id="9" name="Tijdelijke aanduiding voor dianummer 5"/>
          <p:cNvSpPr>
            <a:spLocks noGrp="1"/>
          </p:cNvSpPr>
          <p:nvPr>
            <p:ph type="sldNum" sz="quarter" idx="12"/>
          </p:nvPr>
        </p:nvSpPr>
        <p:spPr>
          <a:xfrm>
            <a:off x="8103600" y="4629600"/>
            <a:ext cx="829797" cy="273844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CC1A7FFB-7E9A-E347-8F80-8E2C647B3625}" type="slidenum">
              <a:rPr lang="nl-NL" smtClean="0"/>
              <a:pPr/>
              <a:t>‹nr.›</a:t>
            </a:fld>
            <a:endParaRPr lang="nl-NL" dirty="0"/>
          </a:p>
        </p:txBody>
      </p:sp>
      <p:sp>
        <p:nvSpPr>
          <p:cNvPr id="13" name="Titel 1"/>
          <p:cNvSpPr>
            <a:spLocks noGrp="1"/>
          </p:cNvSpPr>
          <p:nvPr>
            <p:ph type="title"/>
          </p:nvPr>
        </p:nvSpPr>
        <p:spPr>
          <a:xfrm>
            <a:off x="1494000" y="1136590"/>
            <a:ext cx="7439396" cy="857250"/>
          </a:xfrm>
          <a:prstGeom prst="rect">
            <a:avLst/>
          </a:prstGeom>
        </p:spPr>
        <p:txBody>
          <a:bodyPr/>
          <a:lstStyle>
            <a:lvl1pPr algn="r">
              <a:defRPr b="0" i="0"/>
            </a:lvl1pPr>
          </a:lstStyle>
          <a:p>
            <a:r>
              <a:rPr lang="nl-NL" dirty="0"/>
              <a:t>Titelstijl van model bewerken</a:t>
            </a:r>
          </a:p>
        </p:txBody>
      </p:sp>
      <p:sp>
        <p:nvSpPr>
          <p:cNvPr id="14" name="Tijdelijke aanduiding voor inhoud 2"/>
          <p:cNvSpPr>
            <a:spLocks noGrp="1"/>
          </p:cNvSpPr>
          <p:nvPr>
            <p:ph idx="1" hasCustomPrompt="1"/>
          </p:nvPr>
        </p:nvSpPr>
        <p:spPr>
          <a:xfrm>
            <a:off x="1494000" y="2044800"/>
            <a:ext cx="7439396" cy="2535583"/>
          </a:xfrm>
        </p:spPr>
        <p:txBody>
          <a:bodyPr/>
          <a:lstStyle>
            <a:lvl1pPr algn="r">
              <a:defRPr sz="2000" b="0" i="0">
                <a:latin typeface="Roboto" panose="02000000000000000000" pitchFamily="2" charset="0"/>
                <a:ea typeface="Roboto" panose="02000000000000000000" pitchFamily="2" charset="0"/>
                <a:cs typeface="Arial"/>
              </a:defRPr>
            </a:lvl1pPr>
            <a:lvl2pPr algn="r">
              <a:defRPr sz="1800">
                <a:latin typeface="Roboto" panose="02000000000000000000" pitchFamily="2" charset="0"/>
                <a:ea typeface="Roboto" panose="02000000000000000000" pitchFamily="2" charset="0"/>
              </a:defRPr>
            </a:lvl2pPr>
          </a:lstStyle>
          <a:p>
            <a:pPr lvl="0"/>
            <a:r>
              <a:rPr lang="nl-NL" dirty="0"/>
              <a:t>Klik om de tekststijl van het sjabloon te bewerken</a:t>
            </a:r>
          </a:p>
          <a:p>
            <a:pPr lvl="1"/>
            <a:r>
              <a:rPr lang="nl-NL" dirty="0"/>
              <a:t>Tweede niveau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volgpagina-titel-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inhoud 2"/>
          <p:cNvSpPr>
            <a:spLocks noGrp="1"/>
          </p:cNvSpPr>
          <p:nvPr>
            <p:ph idx="1" hasCustomPrompt="1"/>
          </p:nvPr>
        </p:nvSpPr>
        <p:spPr>
          <a:xfrm>
            <a:off x="212400" y="1200151"/>
            <a:ext cx="8722799" cy="2874582"/>
          </a:xfrm>
        </p:spPr>
        <p:txBody>
          <a:bodyPr/>
          <a:lstStyle>
            <a:lvl1pPr>
              <a:defRPr sz="2000" b="0" i="0">
                <a:latin typeface="Roboto" panose="02000000000000000000" pitchFamily="2" charset="0"/>
                <a:ea typeface="Roboto" panose="02000000000000000000" pitchFamily="2" charset="0"/>
                <a:cs typeface="Arial"/>
              </a:defRPr>
            </a:lvl1pPr>
            <a:lvl2pPr>
              <a:defRPr sz="1800">
                <a:latin typeface="Roboto" panose="02000000000000000000" pitchFamily="2" charset="0"/>
                <a:ea typeface="Roboto" panose="02000000000000000000" pitchFamily="2" charset="0"/>
              </a:defRPr>
            </a:lvl2pPr>
          </a:lstStyle>
          <a:p>
            <a:pPr lvl="0"/>
            <a:r>
              <a:rPr lang="nl-NL" dirty="0"/>
              <a:t>Klik om de tekststijl van het sjabloon te bewerken</a:t>
            </a:r>
          </a:p>
          <a:p>
            <a:pPr lvl="1"/>
            <a:r>
              <a:rPr lang="nl-NL" dirty="0"/>
              <a:t>Tweede niveau</a:t>
            </a:r>
          </a:p>
        </p:txBody>
      </p:sp>
      <p:sp>
        <p:nvSpPr>
          <p:cNvPr id="7" name="Tijdelijke aanduiding voor voettekst 4"/>
          <p:cNvSpPr>
            <a:spLocks noGrp="1"/>
          </p:cNvSpPr>
          <p:nvPr>
            <p:ph type="ftr" sz="quarter" idx="11"/>
          </p:nvPr>
        </p:nvSpPr>
        <p:spPr>
          <a:xfrm>
            <a:off x="1494000" y="4630341"/>
            <a:ext cx="6364800" cy="273844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endParaRPr lang="nl-NL" dirty="0"/>
          </a:p>
        </p:txBody>
      </p:sp>
      <p:sp>
        <p:nvSpPr>
          <p:cNvPr id="8" name="Tijdelijke aanduiding voor dianummer 5"/>
          <p:cNvSpPr>
            <a:spLocks noGrp="1"/>
          </p:cNvSpPr>
          <p:nvPr>
            <p:ph type="sldNum" sz="quarter" idx="12"/>
          </p:nvPr>
        </p:nvSpPr>
        <p:spPr>
          <a:xfrm>
            <a:off x="8103600" y="4629600"/>
            <a:ext cx="829797" cy="273844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CC1A7FFB-7E9A-E347-8F80-8E2C647B3625}" type="slidenum">
              <a:rPr lang="nl-NL" smtClean="0"/>
              <a:pPr/>
              <a:t>‹nr.›</a:t>
            </a:fld>
            <a:endParaRPr lang="nl-NL" dirty="0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E2EE66E6-DAAA-514E-8E4A-56C847E2AF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2400" y="206375"/>
            <a:ext cx="8722800" cy="85725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r>
              <a:rPr lang="nl-NL" dirty="0"/>
              <a:t>Klik om stijl te bewerken</a:t>
            </a:r>
          </a:p>
        </p:txBody>
      </p:sp>
    </p:spTree>
    <p:extLst>
      <p:ext uri="{BB962C8B-B14F-4D97-AF65-F5344CB8AC3E}">
        <p14:creationId xmlns:p14="http://schemas.microsoft.com/office/powerpoint/2010/main" val="41306218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Vervolgpagina-titel-twee-object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212400" y="206375"/>
            <a:ext cx="8722800" cy="85725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800" b="0" i="0"/>
            </a:lvl1pPr>
          </a:lstStyle>
          <a:p>
            <a:r>
              <a:rPr lang="nl-NL" dirty="0"/>
              <a:t>Titelstijl van model bewerken</a:t>
            </a:r>
          </a:p>
        </p:txBody>
      </p:sp>
      <p:sp>
        <p:nvSpPr>
          <p:cNvPr id="3" name="Tijdelijke aanduiding voor inhoud 2"/>
          <p:cNvSpPr>
            <a:spLocks noGrp="1"/>
          </p:cNvSpPr>
          <p:nvPr>
            <p:ph sz="half" idx="1"/>
          </p:nvPr>
        </p:nvSpPr>
        <p:spPr>
          <a:xfrm>
            <a:off x="212400" y="1200151"/>
            <a:ext cx="4284000" cy="2894954"/>
          </a:xfrm>
        </p:spPr>
        <p:txBody>
          <a:bodyPr>
            <a:normAutofit/>
          </a:bodyPr>
          <a:lstStyle>
            <a:lvl1pPr>
              <a:defRPr sz="2000" b="0" i="0">
                <a:latin typeface="Roboto" panose="02000000000000000000" pitchFamily="2" charset="0"/>
                <a:ea typeface="Roboto" panose="02000000000000000000" pitchFamily="2" charset="0"/>
                <a:cs typeface="Arial"/>
              </a:defRPr>
            </a:lvl1pPr>
            <a:lvl2pPr>
              <a:defRPr sz="1800" b="0" i="0">
                <a:latin typeface="Roboto" panose="02000000000000000000" pitchFamily="2" charset="0"/>
                <a:ea typeface="Roboto" panose="02000000000000000000" pitchFamily="2" charset="0"/>
                <a:cs typeface="Arial"/>
              </a:defRPr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nl-NL" dirty="0"/>
              <a:t>Klik om de tekststijl van het model te bewerken</a:t>
            </a:r>
          </a:p>
          <a:p>
            <a:pPr lvl="1"/>
            <a:r>
              <a:rPr lang="nl-NL" dirty="0"/>
              <a:t>Tweede niveau</a:t>
            </a:r>
          </a:p>
        </p:txBody>
      </p:sp>
      <p:sp>
        <p:nvSpPr>
          <p:cNvPr id="4" name="Tijdelijke aanduiding voor inhoud 3"/>
          <p:cNvSpPr>
            <a:spLocks noGrp="1"/>
          </p:cNvSpPr>
          <p:nvPr>
            <p:ph sz="half" idx="2"/>
          </p:nvPr>
        </p:nvSpPr>
        <p:spPr>
          <a:xfrm>
            <a:off x="4648199" y="1200150"/>
            <a:ext cx="4283401" cy="2894955"/>
          </a:xfrm>
        </p:spPr>
        <p:txBody>
          <a:bodyPr>
            <a:normAutofit/>
          </a:bodyPr>
          <a:lstStyle>
            <a:lvl1pPr>
              <a:defRPr sz="2000" b="0" i="0">
                <a:latin typeface="Roboto" panose="02000000000000000000" pitchFamily="2" charset="0"/>
                <a:ea typeface="Roboto" panose="02000000000000000000" pitchFamily="2" charset="0"/>
                <a:cs typeface="Arial"/>
              </a:defRPr>
            </a:lvl1pPr>
            <a:lvl2pPr>
              <a:defRPr sz="1800" b="0" i="0">
                <a:latin typeface="Roboto" panose="02000000000000000000" pitchFamily="2" charset="0"/>
                <a:ea typeface="Roboto" panose="02000000000000000000" pitchFamily="2" charset="0"/>
                <a:cs typeface="Arial"/>
              </a:defRPr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nl-NL" dirty="0"/>
              <a:t>Klik om de tekststijl van het model te bewerken</a:t>
            </a:r>
          </a:p>
          <a:p>
            <a:pPr lvl="1"/>
            <a:r>
              <a:rPr lang="nl-NL" dirty="0"/>
              <a:t>Tweede niveau</a:t>
            </a:r>
          </a:p>
        </p:txBody>
      </p:sp>
      <p:sp>
        <p:nvSpPr>
          <p:cNvPr id="8" name="Tijdelijke aanduiding voor voettekst 4"/>
          <p:cNvSpPr>
            <a:spLocks noGrp="1"/>
          </p:cNvSpPr>
          <p:nvPr>
            <p:ph type="ftr" sz="quarter" idx="11"/>
          </p:nvPr>
        </p:nvSpPr>
        <p:spPr>
          <a:xfrm>
            <a:off x="1494000" y="4630341"/>
            <a:ext cx="6364800" cy="273844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endParaRPr lang="nl-NL" dirty="0"/>
          </a:p>
        </p:txBody>
      </p:sp>
      <p:sp>
        <p:nvSpPr>
          <p:cNvPr id="9" name="Tijdelijke aanduiding voor dianummer 5"/>
          <p:cNvSpPr>
            <a:spLocks noGrp="1"/>
          </p:cNvSpPr>
          <p:nvPr>
            <p:ph type="sldNum" sz="quarter" idx="12"/>
          </p:nvPr>
        </p:nvSpPr>
        <p:spPr>
          <a:xfrm>
            <a:off x="8103600" y="4629600"/>
            <a:ext cx="829797" cy="273844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CC1A7FFB-7E9A-E347-8F80-8E2C647B3625}" type="slidenum">
              <a:rPr lang="nl-NL" smtClean="0"/>
              <a:pPr/>
              <a:t>‹nr.›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9802780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Vervolgpagina-afbeelding-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450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defRPr sz="1800" b="0" i="0"/>
            </a:lvl1pPr>
          </a:lstStyle>
          <a:p>
            <a:r>
              <a:rPr lang="nl-NL" dirty="0"/>
              <a:t>Titelstijl van model bewerken</a:t>
            </a:r>
          </a:p>
        </p:txBody>
      </p:sp>
      <p:sp>
        <p:nvSpPr>
          <p:cNvPr id="3" name="Tijdelijke aanduiding voor afbeelding 2"/>
          <p:cNvSpPr>
            <a:spLocks noGrp="1"/>
          </p:cNvSpPr>
          <p:nvPr>
            <p:ph type="pic" idx="1"/>
          </p:nvPr>
        </p:nvSpPr>
        <p:spPr>
          <a:xfrm>
            <a:off x="1792288" y="460375"/>
            <a:ext cx="5486400" cy="3086100"/>
          </a:xfrm>
        </p:spPr>
        <p:txBody>
          <a:bodyPr>
            <a:normAutofit/>
          </a:bodyPr>
          <a:lstStyle>
            <a:lvl1pPr marL="0" indent="0">
              <a:buNone/>
              <a:defRPr sz="2800" b="0" i="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l-NL" dirty="0"/>
          </a:p>
        </p:txBody>
      </p:sp>
      <p:sp>
        <p:nvSpPr>
          <p:cNvPr id="4" name="Tijdelijke aanduiding voor tekst 3"/>
          <p:cNvSpPr>
            <a:spLocks noGrp="1"/>
          </p:cNvSpPr>
          <p:nvPr>
            <p:ph type="body" sz="half" idx="2"/>
          </p:nvPr>
        </p:nvSpPr>
        <p:spPr>
          <a:xfrm>
            <a:off x="1792288" y="4025900"/>
            <a:ext cx="5486400" cy="603250"/>
          </a:xfrm>
        </p:spPr>
        <p:txBody>
          <a:bodyPr/>
          <a:lstStyle>
            <a:lvl1pPr marL="0" indent="0">
              <a:buNone/>
              <a:defRPr sz="1400" b="0" i="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</p:spTree>
    <p:extLst>
      <p:ext uri="{BB962C8B-B14F-4D97-AF65-F5344CB8AC3E}">
        <p14:creationId xmlns:p14="http://schemas.microsoft.com/office/powerpoint/2010/main" val="32209393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-Sheet-text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Afbeelding 10">
            <a:extLst>
              <a:ext uri="{FF2B5EF4-FFF2-40B4-BE49-F238E27FC236}">
                <a16:creationId xmlns:a16="http://schemas.microsoft.com/office/drawing/2014/main" id="{57723460-6A00-3F4C-875B-3ECE49D516F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9" name="Tijdelijke aanduiding voor voettekst 5"/>
          <p:cNvSpPr>
            <a:spLocks noGrp="1"/>
          </p:cNvSpPr>
          <p:nvPr>
            <p:ph type="ftr" sz="quarter" idx="11"/>
          </p:nvPr>
        </p:nvSpPr>
        <p:spPr>
          <a:xfrm>
            <a:off x="1492468" y="4630341"/>
            <a:ext cx="6364800" cy="273844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rgbClr val="FFFFFF"/>
                </a:solidFill>
              </a:defRPr>
            </a:lvl1pPr>
          </a:lstStyle>
          <a:p>
            <a:endParaRPr lang="nl-NL" dirty="0"/>
          </a:p>
        </p:txBody>
      </p:sp>
      <p:sp>
        <p:nvSpPr>
          <p:cNvPr id="10" name="Tijdelijke aanduiding voor dianummer 6"/>
          <p:cNvSpPr>
            <a:spLocks noGrp="1"/>
          </p:cNvSpPr>
          <p:nvPr>
            <p:ph type="sldNum" sz="quarter" idx="12"/>
          </p:nvPr>
        </p:nvSpPr>
        <p:spPr>
          <a:xfrm>
            <a:off x="8103600" y="4629600"/>
            <a:ext cx="829797" cy="273844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rgbClr val="FFFFFF"/>
                </a:solidFill>
              </a:defRPr>
            </a:lvl1pPr>
          </a:lstStyle>
          <a:p>
            <a:fld id="{CC1A7FFB-7E9A-E347-8F80-8E2C647B3625}" type="slidenum">
              <a:rPr lang="nl-NL" smtClean="0"/>
              <a:pPr/>
              <a:t>‹nr.›</a:t>
            </a:fld>
            <a:endParaRPr lang="nl-NL" dirty="0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1492468" y="1137600"/>
            <a:ext cx="7440928" cy="85725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r>
              <a:rPr lang="en-GB" noProof="0" dirty="0"/>
              <a:t>Title of presentation</a:t>
            </a:r>
          </a:p>
        </p:txBody>
      </p:sp>
      <p:sp>
        <p:nvSpPr>
          <p:cNvPr id="12" name="Tijdelijke aanduiding voor inhoud 2"/>
          <p:cNvSpPr>
            <a:spLocks noGrp="1"/>
          </p:cNvSpPr>
          <p:nvPr>
            <p:ph idx="1" hasCustomPrompt="1"/>
          </p:nvPr>
        </p:nvSpPr>
        <p:spPr>
          <a:xfrm>
            <a:off x="1492467" y="2044800"/>
            <a:ext cx="7440929" cy="2534400"/>
          </a:xfrm>
        </p:spPr>
        <p:txBody>
          <a:bodyPr/>
          <a:lstStyle>
            <a:lvl1pPr>
              <a:defRPr sz="2000" b="0" i="0">
                <a:latin typeface="Roboto" panose="02000000000000000000" pitchFamily="2" charset="0"/>
                <a:ea typeface="Roboto" panose="02000000000000000000" pitchFamily="2" charset="0"/>
                <a:cs typeface="Arial"/>
              </a:defRPr>
            </a:lvl1pPr>
            <a:lvl2pPr>
              <a:defRPr sz="1800">
                <a:latin typeface="Roboto" panose="02000000000000000000" pitchFamily="2" charset="0"/>
                <a:ea typeface="Roboto" panose="02000000000000000000" pitchFamily="2" charset="0"/>
              </a:defRPr>
            </a:lvl2pPr>
          </a:lstStyle>
          <a:p>
            <a:pPr lvl="0"/>
            <a:r>
              <a:rPr lang="en-GB" noProof="0" dirty="0"/>
              <a:t>Click to add text</a:t>
            </a:r>
          </a:p>
          <a:p>
            <a:pPr lvl="1"/>
            <a:r>
              <a:rPr lang="en-GB" noProof="0" dirty="0"/>
              <a:t>Second level</a:t>
            </a:r>
          </a:p>
        </p:txBody>
      </p:sp>
      <p:pic>
        <p:nvPicPr>
          <p:cNvPr id="8" name="Afbeelding 7">
            <a:extLst>
              <a:ext uri="{FF2B5EF4-FFF2-40B4-BE49-F238E27FC236}">
                <a16:creationId xmlns:a16="http://schemas.microsoft.com/office/drawing/2014/main" id="{F2F749F8-5ED3-2045-B09F-FBBD292CCBC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864000" y="154800"/>
            <a:ext cx="1082675" cy="676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94394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-Sheet-text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Afbeelding 7">
            <a:extLst>
              <a:ext uri="{FF2B5EF4-FFF2-40B4-BE49-F238E27FC236}">
                <a16:creationId xmlns:a16="http://schemas.microsoft.com/office/drawing/2014/main" id="{4D53B0FF-90BE-8B47-BCBC-74611B36BC2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" y="-154798"/>
            <a:ext cx="9143998" cy="5143498"/>
          </a:xfrm>
          <a:prstGeom prst="rect">
            <a:avLst/>
          </a:prstGeom>
        </p:spPr>
      </p:pic>
      <p:sp>
        <p:nvSpPr>
          <p:cNvPr id="9" name="Tijdelijke aanduiding voor voettekst 5"/>
          <p:cNvSpPr>
            <a:spLocks noGrp="1"/>
          </p:cNvSpPr>
          <p:nvPr>
            <p:ph type="ftr" sz="quarter" idx="11"/>
          </p:nvPr>
        </p:nvSpPr>
        <p:spPr>
          <a:xfrm>
            <a:off x="1492468" y="4630341"/>
            <a:ext cx="6366115" cy="273844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rgbClr val="FFFFFF"/>
                </a:solidFill>
              </a:defRPr>
            </a:lvl1pPr>
          </a:lstStyle>
          <a:p>
            <a:endParaRPr lang="nl-NL" dirty="0"/>
          </a:p>
        </p:txBody>
      </p:sp>
      <p:sp>
        <p:nvSpPr>
          <p:cNvPr id="10" name="Tijdelijke aanduiding voor dianummer 6"/>
          <p:cNvSpPr>
            <a:spLocks noGrp="1"/>
          </p:cNvSpPr>
          <p:nvPr>
            <p:ph type="sldNum" sz="quarter" idx="12"/>
          </p:nvPr>
        </p:nvSpPr>
        <p:spPr>
          <a:xfrm>
            <a:off x="8103600" y="4629600"/>
            <a:ext cx="829797" cy="273844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rgbClr val="FFFFFF"/>
                </a:solidFill>
              </a:defRPr>
            </a:lvl1pPr>
          </a:lstStyle>
          <a:p>
            <a:fld id="{CC1A7FFB-7E9A-E347-8F80-8E2C647B3625}" type="slidenum">
              <a:rPr lang="nl-NL" smtClean="0"/>
              <a:pPr/>
              <a:t>‹nr.›</a:t>
            </a:fld>
            <a:endParaRPr lang="nl-NL" dirty="0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1492468" y="1137600"/>
            <a:ext cx="7440928" cy="85725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r>
              <a:rPr lang="en-GB" noProof="0" dirty="0"/>
              <a:t>Title of presentation</a:t>
            </a:r>
          </a:p>
        </p:txBody>
      </p:sp>
      <p:sp>
        <p:nvSpPr>
          <p:cNvPr id="12" name="Tijdelijke aanduiding voor inhoud 2"/>
          <p:cNvSpPr>
            <a:spLocks noGrp="1"/>
          </p:cNvSpPr>
          <p:nvPr>
            <p:ph idx="1" hasCustomPrompt="1"/>
          </p:nvPr>
        </p:nvSpPr>
        <p:spPr>
          <a:xfrm>
            <a:off x="1492467" y="2044800"/>
            <a:ext cx="7440929" cy="2534400"/>
          </a:xfrm>
        </p:spPr>
        <p:txBody>
          <a:bodyPr/>
          <a:lstStyle>
            <a:lvl1pPr>
              <a:defRPr sz="2000" b="0" i="0">
                <a:latin typeface="Roboto" panose="02000000000000000000" pitchFamily="2" charset="0"/>
                <a:ea typeface="Roboto" panose="02000000000000000000" pitchFamily="2" charset="0"/>
                <a:cs typeface="Arial"/>
              </a:defRPr>
            </a:lvl1pPr>
            <a:lvl2pPr>
              <a:defRPr sz="1800">
                <a:latin typeface="Roboto" panose="02000000000000000000" pitchFamily="2" charset="0"/>
                <a:ea typeface="Roboto" panose="02000000000000000000" pitchFamily="2" charset="0"/>
              </a:defRPr>
            </a:lvl2pPr>
          </a:lstStyle>
          <a:p>
            <a:pPr lvl="0"/>
            <a:r>
              <a:rPr lang="en-GB" noProof="0" dirty="0"/>
              <a:t>Click to add text</a:t>
            </a:r>
          </a:p>
          <a:p>
            <a:pPr lvl="1"/>
            <a:r>
              <a:rPr lang="en-GB" noProof="0" dirty="0"/>
              <a:t>Second level</a:t>
            </a:r>
          </a:p>
        </p:txBody>
      </p: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C0ACD39E-A276-5C40-8A1C-1FFD87BC556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864000" y="154800"/>
            <a:ext cx="1082675" cy="676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93891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-Sheet-text-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Afbeelding 6">
            <a:extLst>
              <a:ext uri="{FF2B5EF4-FFF2-40B4-BE49-F238E27FC236}">
                <a16:creationId xmlns:a16="http://schemas.microsoft.com/office/drawing/2014/main" id="{E20F24ED-A9C7-9B4C-A71F-2E455478A70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8" name="Tijdelijke aanduiding voor voettekst 4"/>
          <p:cNvSpPr>
            <a:spLocks noGrp="1"/>
          </p:cNvSpPr>
          <p:nvPr>
            <p:ph type="ftr" sz="quarter" idx="11"/>
          </p:nvPr>
        </p:nvSpPr>
        <p:spPr>
          <a:xfrm>
            <a:off x="1494000" y="4630341"/>
            <a:ext cx="6364800" cy="273844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endParaRPr lang="nl-NL" dirty="0"/>
          </a:p>
        </p:txBody>
      </p:sp>
      <p:sp>
        <p:nvSpPr>
          <p:cNvPr id="9" name="Tijdelijke aanduiding voor dianummer 5"/>
          <p:cNvSpPr>
            <a:spLocks noGrp="1"/>
          </p:cNvSpPr>
          <p:nvPr>
            <p:ph type="sldNum" sz="quarter" idx="12"/>
          </p:nvPr>
        </p:nvSpPr>
        <p:spPr>
          <a:xfrm>
            <a:off x="8103600" y="4629600"/>
            <a:ext cx="829797" cy="273844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CC1A7FFB-7E9A-E347-8F80-8E2C647B3625}" type="slidenum">
              <a:rPr lang="nl-NL" smtClean="0"/>
              <a:pPr/>
              <a:t>‹nr.›</a:t>
            </a:fld>
            <a:endParaRPr lang="nl-NL" dirty="0"/>
          </a:p>
        </p:txBody>
      </p:sp>
      <p:sp>
        <p:nvSpPr>
          <p:cNvPr id="13" name="Titel 1"/>
          <p:cNvSpPr>
            <a:spLocks noGrp="1"/>
          </p:cNvSpPr>
          <p:nvPr>
            <p:ph type="title" hasCustomPrompt="1"/>
          </p:nvPr>
        </p:nvSpPr>
        <p:spPr>
          <a:xfrm>
            <a:off x="1494000" y="1136590"/>
            <a:ext cx="7439396" cy="857250"/>
          </a:xfrm>
          <a:prstGeom prst="rect">
            <a:avLst/>
          </a:prstGeom>
        </p:spPr>
        <p:txBody>
          <a:bodyPr/>
          <a:lstStyle>
            <a:lvl1pPr algn="r">
              <a:defRPr b="0" i="0"/>
            </a:lvl1pPr>
          </a:lstStyle>
          <a:p>
            <a:r>
              <a:rPr lang="en-GB" noProof="0" dirty="0"/>
              <a:t>Title of presentation</a:t>
            </a:r>
          </a:p>
        </p:txBody>
      </p:sp>
      <p:sp>
        <p:nvSpPr>
          <p:cNvPr id="14" name="Tijdelijke aanduiding voor inhoud 2"/>
          <p:cNvSpPr>
            <a:spLocks noGrp="1"/>
          </p:cNvSpPr>
          <p:nvPr>
            <p:ph idx="1" hasCustomPrompt="1"/>
          </p:nvPr>
        </p:nvSpPr>
        <p:spPr>
          <a:xfrm>
            <a:off x="1494000" y="2044800"/>
            <a:ext cx="7439396" cy="2535583"/>
          </a:xfrm>
        </p:spPr>
        <p:txBody>
          <a:bodyPr/>
          <a:lstStyle>
            <a:lvl1pPr algn="r">
              <a:defRPr sz="2000" b="0" i="0">
                <a:latin typeface="Roboto" panose="02000000000000000000" pitchFamily="2" charset="0"/>
                <a:cs typeface="Arial"/>
              </a:defRPr>
            </a:lvl1pPr>
            <a:lvl2pPr algn="r">
              <a:defRPr sz="1800" b="0" i="0">
                <a:latin typeface="Roboto" panose="02000000000000000000" pitchFamily="2" charset="0"/>
              </a:defRPr>
            </a:lvl2pPr>
          </a:lstStyle>
          <a:p>
            <a:pPr lvl="0"/>
            <a:r>
              <a:rPr lang="en-GB" noProof="0" dirty="0"/>
              <a:t>Click to add text</a:t>
            </a:r>
          </a:p>
          <a:p>
            <a:pPr lvl="1"/>
            <a:r>
              <a:rPr lang="en-GB" noProof="0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4979949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inuation-page-title-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inhoud 2"/>
          <p:cNvSpPr>
            <a:spLocks noGrp="1"/>
          </p:cNvSpPr>
          <p:nvPr>
            <p:ph idx="1" hasCustomPrompt="1"/>
          </p:nvPr>
        </p:nvSpPr>
        <p:spPr>
          <a:xfrm>
            <a:off x="212400" y="1200151"/>
            <a:ext cx="8722799" cy="2874582"/>
          </a:xfrm>
        </p:spPr>
        <p:txBody>
          <a:bodyPr/>
          <a:lstStyle>
            <a:lvl1pPr>
              <a:defRPr sz="2000" b="0" i="0">
                <a:latin typeface="Roboto" panose="02000000000000000000" pitchFamily="2" charset="0"/>
                <a:ea typeface="Roboto" panose="02000000000000000000" pitchFamily="2" charset="0"/>
                <a:cs typeface="Arial"/>
              </a:defRPr>
            </a:lvl1pPr>
            <a:lvl2pPr>
              <a:defRPr sz="1800">
                <a:latin typeface="Roboto" panose="02000000000000000000" pitchFamily="2" charset="0"/>
                <a:ea typeface="Roboto" panose="02000000000000000000" pitchFamily="2" charset="0"/>
              </a:defRPr>
            </a:lvl2pPr>
          </a:lstStyle>
          <a:p>
            <a:pPr lvl="0"/>
            <a:r>
              <a:rPr lang="en-GB" noProof="0" dirty="0"/>
              <a:t>Click to add text</a:t>
            </a:r>
          </a:p>
          <a:p>
            <a:pPr lvl="1"/>
            <a:r>
              <a:rPr lang="en-GB" noProof="0" dirty="0"/>
              <a:t>Second level</a:t>
            </a:r>
          </a:p>
        </p:txBody>
      </p:sp>
      <p:sp>
        <p:nvSpPr>
          <p:cNvPr id="7" name="Tijdelijke aanduiding voor voettekst 4"/>
          <p:cNvSpPr>
            <a:spLocks noGrp="1"/>
          </p:cNvSpPr>
          <p:nvPr>
            <p:ph type="ftr" sz="quarter" idx="11"/>
          </p:nvPr>
        </p:nvSpPr>
        <p:spPr>
          <a:xfrm>
            <a:off x="1609344" y="4630341"/>
            <a:ext cx="6249456" cy="273844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endParaRPr lang="nl-NL" dirty="0"/>
          </a:p>
        </p:txBody>
      </p:sp>
      <p:sp>
        <p:nvSpPr>
          <p:cNvPr id="8" name="Tijdelijke aanduiding voor dianummer 5"/>
          <p:cNvSpPr>
            <a:spLocks noGrp="1"/>
          </p:cNvSpPr>
          <p:nvPr>
            <p:ph type="sldNum" sz="quarter" idx="12"/>
          </p:nvPr>
        </p:nvSpPr>
        <p:spPr>
          <a:xfrm>
            <a:off x="8103600" y="4629600"/>
            <a:ext cx="829797" cy="273844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CC1A7FFB-7E9A-E347-8F80-8E2C647B3625}" type="slidenum">
              <a:rPr lang="nl-NL" smtClean="0"/>
              <a:pPr/>
              <a:t>‹nr.›</a:t>
            </a:fld>
            <a:endParaRPr lang="nl-NL" dirty="0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E2EE66E6-DAAA-514E-8E4A-56C847E2AF0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2400" y="206375"/>
            <a:ext cx="8722800" cy="85725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r>
              <a:rPr lang="en-GB" noProof="0" dirty="0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9751410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ntinuation-page-title-2-obje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212400" y="206375"/>
            <a:ext cx="8722800" cy="85725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800" b="0" i="0"/>
            </a:lvl1pPr>
          </a:lstStyle>
          <a:p>
            <a:r>
              <a:rPr lang="en-GB" noProof="0" dirty="0"/>
              <a:t>Title</a:t>
            </a:r>
          </a:p>
        </p:txBody>
      </p:sp>
      <p:sp>
        <p:nvSpPr>
          <p:cNvPr id="3" name="Tijdelijke aanduiding voor inhoud 2"/>
          <p:cNvSpPr>
            <a:spLocks noGrp="1"/>
          </p:cNvSpPr>
          <p:nvPr>
            <p:ph sz="half" idx="1" hasCustomPrompt="1"/>
          </p:nvPr>
        </p:nvSpPr>
        <p:spPr>
          <a:xfrm>
            <a:off x="212400" y="1200151"/>
            <a:ext cx="4284000" cy="2894954"/>
          </a:xfrm>
        </p:spPr>
        <p:txBody>
          <a:bodyPr>
            <a:normAutofit/>
          </a:bodyPr>
          <a:lstStyle>
            <a:lvl1pPr>
              <a:defRPr sz="2000" b="0" i="0">
                <a:latin typeface="Roboto" panose="02000000000000000000" pitchFamily="2" charset="0"/>
                <a:ea typeface="Roboto" panose="02000000000000000000" pitchFamily="2" charset="0"/>
                <a:cs typeface="Arial"/>
              </a:defRPr>
            </a:lvl1pPr>
            <a:lvl2pPr>
              <a:defRPr sz="1800" b="0" i="0">
                <a:latin typeface="Roboto" panose="02000000000000000000" pitchFamily="2" charset="0"/>
                <a:ea typeface="Roboto" panose="02000000000000000000" pitchFamily="2" charset="0"/>
                <a:cs typeface="Arial"/>
              </a:defRPr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 noProof="0" dirty="0"/>
              <a:t>Click to add </a:t>
            </a:r>
            <a:r>
              <a:rPr lang="en-GB" noProof="0" dirty="0" err="1"/>
              <a:t>tekst</a:t>
            </a:r>
            <a:endParaRPr lang="en-GB" noProof="0" dirty="0"/>
          </a:p>
          <a:p>
            <a:pPr lvl="1"/>
            <a:r>
              <a:rPr lang="en-GB" noProof="0" dirty="0"/>
              <a:t>Second level</a:t>
            </a:r>
          </a:p>
        </p:txBody>
      </p:sp>
      <p:sp>
        <p:nvSpPr>
          <p:cNvPr id="4" name="Tijdelijke aanduiding voor inhoud 3"/>
          <p:cNvSpPr>
            <a:spLocks noGrp="1"/>
          </p:cNvSpPr>
          <p:nvPr>
            <p:ph sz="half" idx="2" hasCustomPrompt="1"/>
          </p:nvPr>
        </p:nvSpPr>
        <p:spPr>
          <a:xfrm>
            <a:off x="4648199" y="1200150"/>
            <a:ext cx="4283401" cy="2894955"/>
          </a:xfrm>
        </p:spPr>
        <p:txBody>
          <a:bodyPr>
            <a:normAutofit/>
          </a:bodyPr>
          <a:lstStyle>
            <a:lvl1pPr>
              <a:defRPr sz="2000" b="0" i="0">
                <a:latin typeface="Roboto" panose="02000000000000000000" pitchFamily="2" charset="0"/>
                <a:ea typeface="Roboto" panose="02000000000000000000" pitchFamily="2" charset="0"/>
                <a:cs typeface="Arial"/>
              </a:defRPr>
            </a:lvl1pPr>
            <a:lvl2pPr>
              <a:defRPr sz="1800" b="0" i="0">
                <a:latin typeface="Roboto" panose="02000000000000000000" pitchFamily="2" charset="0"/>
                <a:ea typeface="Roboto" panose="02000000000000000000" pitchFamily="2" charset="0"/>
                <a:cs typeface="Arial"/>
              </a:defRPr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 noProof="0" dirty="0"/>
              <a:t>Click to add </a:t>
            </a:r>
            <a:r>
              <a:rPr lang="en-GB" noProof="0" dirty="0" err="1"/>
              <a:t>tekst</a:t>
            </a:r>
            <a:endParaRPr lang="en-GB" noProof="0" dirty="0"/>
          </a:p>
          <a:p>
            <a:pPr lvl="1"/>
            <a:r>
              <a:rPr lang="en-GB" noProof="0" dirty="0"/>
              <a:t>Second level</a:t>
            </a:r>
          </a:p>
        </p:txBody>
      </p:sp>
      <p:sp>
        <p:nvSpPr>
          <p:cNvPr id="8" name="Tijdelijke aanduiding voor voettekst 4"/>
          <p:cNvSpPr>
            <a:spLocks noGrp="1"/>
          </p:cNvSpPr>
          <p:nvPr>
            <p:ph type="ftr" sz="quarter" idx="11"/>
          </p:nvPr>
        </p:nvSpPr>
        <p:spPr>
          <a:xfrm>
            <a:off x="1609344" y="4630341"/>
            <a:ext cx="6249456" cy="273844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endParaRPr lang="nl-NL" dirty="0"/>
          </a:p>
        </p:txBody>
      </p:sp>
      <p:sp>
        <p:nvSpPr>
          <p:cNvPr id="9" name="Tijdelijke aanduiding voor dianummer 5"/>
          <p:cNvSpPr>
            <a:spLocks noGrp="1"/>
          </p:cNvSpPr>
          <p:nvPr>
            <p:ph type="sldNum" sz="quarter" idx="12"/>
          </p:nvPr>
        </p:nvSpPr>
        <p:spPr>
          <a:xfrm>
            <a:off x="8103600" y="4629600"/>
            <a:ext cx="829797" cy="273844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CC1A7FFB-7E9A-E347-8F80-8E2C647B3625}" type="slidenum">
              <a:rPr lang="nl-NL" smtClean="0"/>
              <a:pPr/>
              <a:t>‹nr.›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02378380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Continuation-page-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1792288" y="3600450"/>
            <a:ext cx="5486400" cy="425450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defRPr sz="1800" b="0" i="0"/>
            </a:lvl1pPr>
          </a:lstStyle>
          <a:p>
            <a:r>
              <a:rPr lang="en-GB" noProof="0" dirty="0"/>
              <a:t>Title</a:t>
            </a:r>
          </a:p>
        </p:txBody>
      </p:sp>
      <p:sp>
        <p:nvSpPr>
          <p:cNvPr id="3" name="Tijdelijke aanduiding voor afbeelding 2"/>
          <p:cNvSpPr>
            <a:spLocks noGrp="1"/>
          </p:cNvSpPr>
          <p:nvPr>
            <p:ph type="pic" idx="1" hasCustomPrompt="1"/>
          </p:nvPr>
        </p:nvSpPr>
        <p:spPr>
          <a:xfrm>
            <a:off x="1792288" y="460375"/>
            <a:ext cx="5486400" cy="3086100"/>
          </a:xfrm>
        </p:spPr>
        <p:txBody>
          <a:bodyPr/>
          <a:lstStyle>
            <a:lvl1pPr marL="0" indent="0">
              <a:buNone/>
              <a:defRPr sz="2800" b="0" i="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 noProof="0" dirty="0"/>
              <a:t>Picture</a:t>
            </a:r>
          </a:p>
        </p:txBody>
      </p:sp>
      <p:sp>
        <p:nvSpPr>
          <p:cNvPr id="4" name="Tijdelijke aanduiding voor tekst 3"/>
          <p:cNvSpPr>
            <a:spLocks noGrp="1"/>
          </p:cNvSpPr>
          <p:nvPr>
            <p:ph type="body" sz="half" idx="2" hasCustomPrompt="1"/>
          </p:nvPr>
        </p:nvSpPr>
        <p:spPr>
          <a:xfrm>
            <a:off x="1792288" y="4025900"/>
            <a:ext cx="5486400" cy="603250"/>
          </a:xfrm>
        </p:spPr>
        <p:txBody>
          <a:bodyPr/>
          <a:lstStyle>
            <a:lvl1pPr marL="0" indent="0">
              <a:buNone/>
              <a:defRPr sz="1400" b="0" i="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 noProof="0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23667093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g"/><Relationship Id="rId3" Type="http://schemas.openxmlformats.org/officeDocument/2006/relationships/slideLayout" Target="../slideLayouts/slideLayout9.xml"/><Relationship Id="rId7" Type="http://schemas.openxmlformats.org/officeDocument/2006/relationships/theme" Target="../theme/theme2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6" Type="http://schemas.openxmlformats.org/officeDocument/2006/relationships/slideLayout" Target="../slideLayouts/slideLayout12.xml"/><Relationship Id="rId5" Type="http://schemas.openxmlformats.org/officeDocument/2006/relationships/slideLayout" Target="../slideLayouts/slideLayout11.xml"/><Relationship Id="rId4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Afbeelding 8">
            <a:extLst>
              <a:ext uri="{FF2B5EF4-FFF2-40B4-BE49-F238E27FC236}">
                <a16:creationId xmlns:a16="http://schemas.microsoft.com/office/drawing/2014/main" id="{EBF4E01A-DE5C-8844-9077-C8295A69C292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  <p:sp>
        <p:nvSpPr>
          <p:cNvPr id="2" name="Tijdelijke aanduiding voor titel 1"/>
          <p:cNvSpPr>
            <a:spLocks noGrp="1"/>
          </p:cNvSpPr>
          <p:nvPr>
            <p:ph type="title"/>
          </p:nvPr>
        </p:nvSpPr>
        <p:spPr>
          <a:xfrm>
            <a:off x="212400" y="206375"/>
            <a:ext cx="8722800" cy="857250"/>
          </a:xfrm>
          <a:prstGeom prst="rect">
            <a:avLst/>
          </a:prstGeom>
        </p:spPr>
        <p:txBody>
          <a:bodyPr vert="horz" lIns="90000" tIns="45720" rIns="91440" bIns="45720" rtlCol="0" anchor="ctr">
            <a:normAutofit/>
          </a:bodyPr>
          <a:lstStyle/>
          <a:p>
            <a:r>
              <a:rPr lang="nl-NL" dirty="0"/>
              <a:t>Titel van presentatie</a:t>
            </a:r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212400" y="1200151"/>
            <a:ext cx="8722799" cy="28745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 dirty="0"/>
              <a:t>Klik om de tekststijl van het sjabloon te bewerken</a:t>
            </a:r>
          </a:p>
        </p:txBody>
      </p:sp>
      <p:sp>
        <p:nvSpPr>
          <p:cNvPr id="10" name="Tijdelijke aanduiding voor voettekst 4"/>
          <p:cNvSpPr>
            <a:spLocks noGrp="1"/>
          </p:cNvSpPr>
          <p:nvPr>
            <p:ph type="ftr" sz="quarter" idx="3"/>
          </p:nvPr>
        </p:nvSpPr>
        <p:spPr>
          <a:xfrm>
            <a:off x="1494000" y="4630341"/>
            <a:ext cx="63648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 b="0" i="0">
                <a:solidFill>
                  <a:schemeClr val="tx1">
                    <a:tint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Arial"/>
              </a:defRPr>
            </a:lvl1pPr>
          </a:lstStyle>
          <a:p>
            <a:endParaRPr lang="nl-NL" dirty="0"/>
          </a:p>
        </p:txBody>
      </p:sp>
      <p:sp>
        <p:nvSpPr>
          <p:cNvPr id="11" name="Tijdelijke aanduiding voor dianummer 5"/>
          <p:cNvSpPr>
            <a:spLocks noGrp="1"/>
          </p:cNvSpPr>
          <p:nvPr>
            <p:ph type="sldNum" sz="quarter" idx="4"/>
          </p:nvPr>
        </p:nvSpPr>
        <p:spPr>
          <a:xfrm>
            <a:off x="8103600" y="4629600"/>
            <a:ext cx="829797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0" i="0">
                <a:solidFill>
                  <a:schemeClr val="tx1">
                    <a:tint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Arial"/>
              </a:defRPr>
            </a:lvl1pPr>
          </a:lstStyle>
          <a:p>
            <a:fld id="{CC1A7FFB-7E9A-E347-8F80-8E2C647B3625}" type="slidenum">
              <a:rPr lang="nl-NL" smtClean="0"/>
              <a:pPr/>
              <a:t>‹nr.›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2995623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2" r:id="rId1"/>
    <p:sldLayoutId id="2147483834" r:id="rId2"/>
    <p:sldLayoutId id="2147483833" r:id="rId3"/>
    <p:sldLayoutId id="2147483823" r:id="rId4"/>
    <p:sldLayoutId id="2147483825" r:id="rId5"/>
    <p:sldLayoutId id="2147483830" r:id="rId6"/>
  </p:sldLayoutIdLst>
  <p:txStyles>
    <p:titleStyle>
      <a:lvl1pPr algn="l" defTabSz="457200" rtl="0" eaLnBrk="1" latinLnBrk="0" hangingPunct="1">
        <a:spcBef>
          <a:spcPct val="0"/>
        </a:spcBef>
        <a:buNone/>
        <a:defRPr sz="2800" b="0" i="0" kern="1200" baseline="0">
          <a:solidFill>
            <a:srgbClr val="660066"/>
          </a:solidFill>
          <a:latin typeface="Roboto Medium" panose="02000000000000000000" pitchFamily="2" charset="0"/>
          <a:ea typeface="Roboto Medium" panose="02000000000000000000" pitchFamily="2" charset="0"/>
          <a:cs typeface="Arial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2000" b="0" i="0" kern="1200">
          <a:solidFill>
            <a:schemeClr val="tx1"/>
          </a:solidFill>
          <a:latin typeface="Roboto" panose="02000000000000000000" pitchFamily="2" charset="0"/>
          <a:ea typeface="Roboto" panose="02000000000000000000" pitchFamily="2" charset="0"/>
          <a:cs typeface="Arial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Afbeelding 6">
            <a:extLst>
              <a:ext uri="{FF2B5EF4-FFF2-40B4-BE49-F238E27FC236}">
                <a16:creationId xmlns:a16="http://schemas.microsoft.com/office/drawing/2014/main" id="{4AEB3E65-D2B2-6444-B182-478532C39F49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  <p:sp>
        <p:nvSpPr>
          <p:cNvPr id="2" name="Tijdelijke aanduiding voor titel 1"/>
          <p:cNvSpPr>
            <a:spLocks noGrp="1"/>
          </p:cNvSpPr>
          <p:nvPr>
            <p:ph type="title"/>
          </p:nvPr>
        </p:nvSpPr>
        <p:spPr>
          <a:xfrm>
            <a:off x="212400" y="206375"/>
            <a:ext cx="8722800" cy="857250"/>
          </a:xfrm>
          <a:prstGeom prst="rect">
            <a:avLst/>
          </a:prstGeom>
        </p:spPr>
        <p:txBody>
          <a:bodyPr vert="horz" lIns="90000" tIns="45720" rIns="91440" bIns="45720" rtlCol="0" anchor="ctr">
            <a:normAutofit/>
          </a:bodyPr>
          <a:lstStyle/>
          <a:p>
            <a:r>
              <a:rPr lang="en-GB" noProof="0" dirty="0"/>
              <a:t>Title of presentation</a:t>
            </a:r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212400" y="1200151"/>
            <a:ext cx="8722799" cy="28745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noProof="0" dirty="0"/>
              <a:t>Click to add text</a:t>
            </a:r>
          </a:p>
        </p:txBody>
      </p:sp>
      <p:sp>
        <p:nvSpPr>
          <p:cNvPr id="10" name="Tijdelijke aanduiding voor voettekst 4"/>
          <p:cNvSpPr>
            <a:spLocks noGrp="1"/>
          </p:cNvSpPr>
          <p:nvPr>
            <p:ph type="ftr" sz="quarter" idx="3"/>
          </p:nvPr>
        </p:nvSpPr>
        <p:spPr>
          <a:xfrm>
            <a:off x="1609344" y="4630341"/>
            <a:ext cx="6249456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 b="0" i="0">
                <a:solidFill>
                  <a:schemeClr val="tx1">
                    <a:tint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Arial"/>
              </a:defRPr>
            </a:lvl1pPr>
          </a:lstStyle>
          <a:p>
            <a:endParaRPr lang="nl-NL" dirty="0"/>
          </a:p>
        </p:txBody>
      </p:sp>
      <p:sp>
        <p:nvSpPr>
          <p:cNvPr id="11" name="Tijdelijke aanduiding voor dianummer 5"/>
          <p:cNvSpPr>
            <a:spLocks noGrp="1"/>
          </p:cNvSpPr>
          <p:nvPr>
            <p:ph type="sldNum" sz="quarter" idx="4"/>
          </p:nvPr>
        </p:nvSpPr>
        <p:spPr>
          <a:xfrm>
            <a:off x="8103600" y="4629600"/>
            <a:ext cx="829797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0" i="0">
                <a:solidFill>
                  <a:schemeClr val="tx1">
                    <a:tint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Arial"/>
              </a:defRPr>
            </a:lvl1pPr>
          </a:lstStyle>
          <a:p>
            <a:fld id="{CC1A7FFB-7E9A-E347-8F80-8E2C647B3625}" type="slidenum">
              <a:rPr lang="nl-NL" smtClean="0"/>
              <a:pPr/>
              <a:t>‹nr.›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1378722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78" r:id="rId1"/>
    <p:sldLayoutId id="2147483879" r:id="rId2"/>
    <p:sldLayoutId id="2147483880" r:id="rId3"/>
    <p:sldLayoutId id="2147483881" r:id="rId4"/>
    <p:sldLayoutId id="2147483882" r:id="rId5"/>
    <p:sldLayoutId id="2147483883" r:id="rId6"/>
  </p:sldLayoutIdLst>
  <p:txStyles>
    <p:titleStyle>
      <a:lvl1pPr algn="l" defTabSz="457200" rtl="0" eaLnBrk="1" latinLnBrk="0" hangingPunct="1">
        <a:spcBef>
          <a:spcPct val="0"/>
        </a:spcBef>
        <a:buNone/>
        <a:defRPr sz="2800" b="0" i="0" kern="1200" baseline="0">
          <a:solidFill>
            <a:srgbClr val="660066"/>
          </a:solidFill>
          <a:latin typeface="Roboto Medium" panose="02000000000000000000" pitchFamily="2" charset="0"/>
          <a:ea typeface="Roboto Medium" panose="02000000000000000000" pitchFamily="2" charset="0"/>
          <a:cs typeface="Arial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2000" b="0" i="0" kern="1200">
          <a:solidFill>
            <a:schemeClr val="tx1"/>
          </a:solidFill>
          <a:latin typeface="Roboto" panose="02000000000000000000" pitchFamily="2" charset="0"/>
          <a:ea typeface="Roboto" panose="02000000000000000000" pitchFamily="2" charset="0"/>
          <a:cs typeface="Arial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78E33FE8-CD88-324D-9EA4-10607F2053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5" name="Tijdelijke aanduiding voor inhoud 4">
            <a:extLst>
              <a:ext uri="{FF2B5EF4-FFF2-40B4-BE49-F238E27FC236}">
                <a16:creationId xmlns:a16="http://schemas.microsoft.com/office/drawing/2014/main" id="{CD658550-F646-574F-8B3E-843B7E5018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4895369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403F21D6-3474-1A4F-BCB8-831DFBCB4E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5" name="Tijdelijke aanduiding voor inhoud 4">
            <a:extLst>
              <a:ext uri="{FF2B5EF4-FFF2-40B4-BE49-F238E27FC236}">
                <a16:creationId xmlns:a16="http://schemas.microsoft.com/office/drawing/2014/main" id="{3FF0CEC8-CBEF-8645-A98A-B01439FB2F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7104149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4301245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inhoud 1">
            <a:extLst>
              <a:ext uri="{FF2B5EF4-FFF2-40B4-BE49-F238E27FC236}">
                <a16:creationId xmlns:a16="http://schemas.microsoft.com/office/drawing/2014/main" id="{91E0B343-FC4C-094E-B840-23E7A82FB4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F6273C50-9626-1043-97F4-B07B71392D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8440044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CCA9C1A-ECCE-5B4F-A1A9-BDDCFBFD60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47382CCD-C2CD-924F-93A8-5B8689EA7CB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CB4368C1-D066-CF43-986D-70901FF5EE2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41148730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CAC66AC-4B00-9345-91C5-290912691B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3" name="Tijdelijke aanduiding voor afbeelding 2">
            <a:extLst>
              <a:ext uri="{FF2B5EF4-FFF2-40B4-BE49-F238E27FC236}">
                <a16:creationId xmlns:a16="http://schemas.microsoft.com/office/drawing/2014/main" id="{AEFD069C-BBAA-5944-BFFD-AC9C34D5D3A7}"/>
              </a:ext>
            </a:extLst>
          </p:cNvPr>
          <p:cNvSpPr>
            <a:spLocks noGrp="1"/>
          </p:cNvSpPr>
          <p:nvPr>
            <p:ph type="pic" idx="1"/>
          </p:nvPr>
        </p:nvSpPr>
        <p:spPr/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7D035845-863C-7444-AE22-C568F3BF89AF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9032999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5A33B9A-8FB4-8B40-9F6D-A207364DCC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158CD80F-E28D-5444-B187-C4F0298FFB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174539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62C3BCD-F6BC-6941-9B06-9D58D2D058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E79EE817-4B4A-C24C-931F-D45BC354E4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931869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8062F39-6836-9A47-A588-BDF82D84E5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594959B9-C2DE-C14D-A73F-02AA1F01C9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842821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inhoud 1">
            <a:extLst>
              <a:ext uri="{FF2B5EF4-FFF2-40B4-BE49-F238E27FC236}">
                <a16:creationId xmlns:a16="http://schemas.microsoft.com/office/drawing/2014/main" id="{27D7E2C7-5C4C-8D42-AAE1-B8ACDD1E09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81E385DF-0211-5C4C-A1A9-B70055AC0E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061101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0156D8D-A90F-F149-8732-42CA81605D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AFAC88C2-8D3D-E548-8834-D662BC6E59E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CBFCF150-B0A0-A148-83DE-F0CA5D4675A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426651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6B1FC68-331C-3F47-9F7C-C295E23DDF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3" name="Tijdelijke aanduiding voor afbeelding 2">
            <a:extLst>
              <a:ext uri="{FF2B5EF4-FFF2-40B4-BE49-F238E27FC236}">
                <a16:creationId xmlns:a16="http://schemas.microsoft.com/office/drawing/2014/main" id="{867C5AD9-9568-F948-B838-0609401E8434}"/>
              </a:ext>
            </a:extLst>
          </p:cNvPr>
          <p:cNvSpPr>
            <a:spLocks noGrp="1"/>
          </p:cNvSpPr>
          <p:nvPr>
            <p:ph type="pic" idx="1"/>
          </p:nvPr>
        </p:nvSpPr>
        <p:spPr/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4F364550-6957-2048-8668-030170F5D753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72852119"/>
      </p:ext>
    </p:extLst>
  </p:cSld>
  <p:clrMapOvr>
    <a:masterClrMapping/>
  </p:clrMapOvr>
</p:sld>
</file>

<file path=ppt/theme/theme1.xml><?xml version="1.0" encoding="utf-8"?>
<a:theme xmlns:a="http://schemas.openxmlformats.org/drawingml/2006/main" name="Fontys-basis-Diamodel">
  <a:themeElements>
    <a:clrScheme name="Fontys kleurenpallet">
      <a:dk1>
        <a:srgbClr val="663366"/>
      </a:dk1>
      <a:lt1>
        <a:srgbClr val="FFFFFF"/>
      </a:lt1>
      <a:dk2>
        <a:srgbClr val="663366"/>
      </a:dk2>
      <a:lt2>
        <a:srgbClr val="EEECE1"/>
      </a:lt2>
      <a:accent1>
        <a:srgbClr val="E5007D"/>
      </a:accent1>
      <a:accent2>
        <a:srgbClr val="0076E0"/>
      </a:accent2>
      <a:accent3>
        <a:srgbClr val="008386"/>
      </a:accent3>
      <a:accent4>
        <a:srgbClr val="39B549"/>
      </a:accent4>
      <a:accent5>
        <a:srgbClr val="FF9900"/>
      </a:accent5>
      <a:accent6>
        <a:srgbClr val="FFCC00"/>
      </a:accent6>
      <a:hlink>
        <a:srgbClr val="0076E0"/>
      </a:hlink>
      <a:folHlink>
        <a:srgbClr val="0099CC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 vert="horz" lIns="91440" tIns="45720" rIns="91440" bIns="45720" rtlCol="0" anchor="t">
        <a:normAutofit/>
      </a:bodyPr>
      <a:lstStyle>
        <a:defPPr algn="l">
          <a:defRPr dirty="0" smtClean="0">
            <a:solidFill>
              <a:srgbClr val="C00000"/>
            </a:solidFill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Fontys-basic-sheet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 vert="horz" lIns="91440" tIns="45720" rIns="91440" bIns="45720" rtlCol="0" anchor="t">
        <a:normAutofit/>
      </a:bodyPr>
      <a:lstStyle>
        <a:defPPr algn="l">
          <a:defRPr dirty="0" smtClean="0">
            <a:solidFill>
              <a:srgbClr val="C00000"/>
            </a:solidFill>
          </a:defRPr>
        </a:defPPr>
      </a:lstStyle>
    </a:txDef>
  </a:objectDefaults>
  <a:extraClrSchemeLst/>
</a:theme>
</file>

<file path=ppt/theme/theme3.xml><?xml version="1.0" encoding="utf-8"?>
<a:theme xmlns:a="http://schemas.openxmlformats.org/drawingml/2006/main" name="Office-th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-thema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77BDDFF13177D4693F09005414741AC" ma:contentTypeVersion="16" ma:contentTypeDescription="Een nieuw document maken." ma:contentTypeScope="" ma:versionID="33037f5bb784e1698fd0db20cc9a8069">
  <xsd:schema xmlns:xsd="http://www.w3.org/2001/XMLSchema" xmlns:xs="http://www.w3.org/2001/XMLSchema" xmlns:p="http://schemas.microsoft.com/office/2006/metadata/properties" xmlns:ns2="21c6a3c2-85dc-415e-b19c-ed765145eaa0" xmlns:ns3="5f10e6fc-3965-4692-85c0-a22e654cbe88" targetNamespace="http://schemas.microsoft.com/office/2006/metadata/properties" ma:root="true" ma:fieldsID="eb568e36c570e8f8199ab6d940aec717" ns2:_="" ns3:_="">
    <xsd:import namespace="21c6a3c2-85dc-415e-b19c-ed765145eaa0"/>
    <xsd:import namespace="5f10e6fc-3965-4692-85c0-a22e654cbe8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2:lcf76f155ced4ddcb4097134ff3c332f" minOccurs="0"/>
                <xsd:element ref="ns3:TaxCatchAl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1c6a3c2-85dc-415e-b19c-ed765145eaa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OCR" ma:index="1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5" nillable="true" ma:displayName="Location" ma:internalName="MediaServiceLocation" ma:readOnly="true">
      <xsd:simpleType>
        <xsd:restriction base="dms:Text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Afbeeldingtags" ma:readOnly="false" ma:fieldId="{5cf76f15-5ced-4ddc-b409-7134ff3c332f}" ma:taxonomyMulti="true" ma:sspId="1cf77c6f-7d90-4f59-9429-7beb7326011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f10e6fc-3965-4692-85c0-a22e654cbe88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Gedeeld met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Gedeeld met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0f424c50-8714-4e66-b925-29729f9b0040}" ma:internalName="TaxCatchAll" ma:showField="CatchAllData" ma:web="5f10e6fc-3965-4692-85c0-a22e654cbe8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ou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5f10e6fc-3965-4692-85c0-a22e654cbe88" xsi:nil="true"/>
    <lcf76f155ced4ddcb4097134ff3c332f xmlns="21c6a3c2-85dc-415e-b19c-ed765145eaa0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0C375092-9ACF-4E52-8455-E05AADFC3D4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1c6a3c2-85dc-415e-b19c-ed765145eaa0"/>
    <ds:schemaRef ds:uri="5f10e6fc-3965-4692-85c0-a22e654cbe8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B4C6D579-B400-438E-BD59-AFBAD5FB6FF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0C6AE87-ABFD-49AC-BF48-36A41AA2364B}">
  <ds:schemaRefs>
    <ds:schemaRef ds:uri="http://www.w3.org/XML/1998/namespace"/>
    <ds:schemaRef ds:uri="http://schemas.microsoft.com/office/infopath/2007/PartnerControls"/>
    <ds:schemaRef ds:uri="http://purl.org/dc/elements/1.1/"/>
    <ds:schemaRef ds:uri="http://schemas.openxmlformats.org/package/2006/metadata/core-properties"/>
    <ds:schemaRef ds:uri="http://schemas.microsoft.com/office/2006/documentManagement/types"/>
    <ds:schemaRef ds:uri="http://purl.org/dc/dcmitype/"/>
    <ds:schemaRef ds:uri="http://purl.org/dc/terms/"/>
    <ds:schemaRef ds:uri="21c6a3c2-85dc-415e-b19c-ed765145eaa0"/>
    <ds:schemaRef ds:uri="http://schemas.microsoft.com/office/2006/metadata/properties"/>
    <ds:schemaRef ds:uri="5f10e6fc-3965-4692-85c0-a22e654cbe88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1834</TotalTime>
  <Words>0</Words>
  <Application>Microsoft Macintosh PowerPoint</Application>
  <PresentationFormat>Diavoorstelling (16:9)</PresentationFormat>
  <Paragraphs>0</Paragraphs>
  <Slides>12</Slides>
  <Notes>0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3</vt:i4>
      </vt:variant>
      <vt:variant>
        <vt:lpstr>Thema</vt:lpstr>
      </vt:variant>
      <vt:variant>
        <vt:i4>2</vt:i4>
      </vt:variant>
      <vt:variant>
        <vt:lpstr>Diatitels</vt:lpstr>
      </vt:variant>
      <vt:variant>
        <vt:i4>12</vt:i4>
      </vt:variant>
    </vt:vector>
  </HeadingPairs>
  <TitlesOfParts>
    <vt:vector size="17" baseType="lpstr">
      <vt:lpstr>Arial</vt:lpstr>
      <vt:lpstr>Roboto</vt:lpstr>
      <vt:lpstr>Roboto Medium</vt:lpstr>
      <vt:lpstr>Fontys-basis-Diamodel</vt:lpstr>
      <vt:lpstr>Fontys-basic-sheet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PowerPoint-presentatie</dc:title>
  <dc:creator>Vincent van Brink</dc:creator>
  <cp:lastModifiedBy>Vos-Beckers,Bianca B.L.L.</cp:lastModifiedBy>
  <cp:revision>137</cp:revision>
  <cp:lastPrinted>2014-08-19T14:33:34Z</cp:lastPrinted>
  <dcterms:created xsi:type="dcterms:W3CDTF">2014-08-06T13:54:14Z</dcterms:created>
  <dcterms:modified xsi:type="dcterms:W3CDTF">2023-03-08T10:48:03Z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0x010100677BDDFF13177D4693F09005414741AC</vt:lpwstr>
  </property>
  <property fmtid="{D5CDD505-2E9C-101B-9397-08002B2CF9AE}" pid="3" name="MediaServiceImageTags">
    <vt:lpwstr/>
  </property>
</Properties>
</file>